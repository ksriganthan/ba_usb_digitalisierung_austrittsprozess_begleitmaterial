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68" r:id="rId6"/>
    <p:sldId id="274" r:id="rId7"/>
    <p:sldId id="269" r:id="rId8"/>
    <p:sldId id="275" r:id="rId9"/>
    <p:sldId id="291" r:id="rId10"/>
    <p:sldId id="297" r:id="rId11"/>
    <p:sldId id="298" r:id="rId12"/>
    <p:sldId id="293" r:id="rId13"/>
    <p:sldId id="299" r:id="rId14"/>
    <p:sldId id="295" r:id="rId15"/>
    <p:sldId id="296" r:id="rId16"/>
    <p:sldId id="264" r:id="rId17"/>
    <p:sldId id="294" r:id="rId18"/>
    <p:sldId id="266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965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6E426-2C2C-FD8E-640A-EE6545107D38}" v="23" dt="2026-03-31T09:01:57.294"/>
    <p1510:client id="{4EF73348-B375-40C6-A6A6-5F9EA4D1FF42}" v="1" dt="2026-03-31T21:16:25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966" autoAdjust="0"/>
  </p:normalViewPr>
  <p:slideViewPr>
    <p:cSldViewPr snapToGrid="0">
      <p:cViewPr varScale="1">
        <p:scale>
          <a:sx n="78" d="100"/>
          <a:sy n="78" d="100"/>
        </p:scale>
        <p:origin x="1836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ischan Sriganthan" userId="34441ecdfeb3e653" providerId="LiveId" clId="{02B31705-FE09-402A-8132-E2F37BBBA7A8}"/>
    <pc:docChg chg="undo custSel modSld">
      <pc:chgData name="Kapischan Sriganthan" userId="34441ecdfeb3e653" providerId="LiveId" clId="{02B31705-FE09-402A-8132-E2F37BBBA7A8}" dt="2026-03-31T21:18:46.013" v="62" actId="20577"/>
      <pc:docMkLst>
        <pc:docMk/>
      </pc:docMkLst>
      <pc:sldChg chg="modSp mod">
        <pc:chgData name="Kapischan Sriganthan" userId="34441ecdfeb3e653" providerId="LiveId" clId="{02B31705-FE09-402A-8132-E2F37BBBA7A8}" dt="2026-03-31T21:18:46.013" v="62" actId="20577"/>
        <pc:sldMkLst>
          <pc:docMk/>
          <pc:sldMk cId="3249992291" sldId="296"/>
        </pc:sldMkLst>
        <pc:spChg chg="mod">
          <ac:chgData name="Kapischan Sriganthan" userId="34441ecdfeb3e653" providerId="LiveId" clId="{02B31705-FE09-402A-8132-E2F37BBBA7A8}" dt="2026-03-31T21:16:25.155" v="0"/>
          <ac:spMkLst>
            <pc:docMk/>
            <pc:sldMk cId="3249992291" sldId="296"/>
            <ac:spMk id="279" creationId="{9CCAAFC9-6D5D-7640-52F9-09C03750FE14}"/>
          </ac:spMkLst>
        </pc:spChg>
        <pc:spChg chg="mod">
          <ac:chgData name="Kapischan Sriganthan" userId="34441ecdfeb3e653" providerId="LiveId" clId="{02B31705-FE09-402A-8132-E2F37BBBA7A8}" dt="2026-03-31T21:17:13.957" v="11" actId="1076"/>
          <ac:spMkLst>
            <pc:docMk/>
            <pc:sldMk cId="3249992291" sldId="296"/>
            <ac:spMk id="281" creationId="{57251993-2960-118F-A5E9-2C4D074CE7E8}"/>
          </ac:spMkLst>
        </pc:spChg>
        <pc:spChg chg="mod">
          <ac:chgData name="Kapischan Sriganthan" userId="34441ecdfeb3e653" providerId="LiveId" clId="{02B31705-FE09-402A-8132-E2F37BBBA7A8}" dt="2026-03-31T21:17:08.173" v="10" actId="1076"/>
          <ac:spMkLst>
            <pc:docMk/>
            <pc:sldMk cId="3249992291" sldId="296"/>
            <ac:spMk id="282" creationId="{76FC186A-0D23-B1DD-F3C6-80FC49482A41}"/>
          </ac:spMkLst>
        </pc:spChg>
        <pc:spChg chg="mod">
          <ac:chgData name="Kapischan Sriganthan" userId="34441ecdfeb3e653" providerId="LiveId" clId="{02B31705-FE09-402A-8132-E2F37BBBA7A8}" dt="2026-03-31T21:17:22.540" v="21" actId="20577"/>
          <ac:spMkLst>
            <pc:docMk/>
            <pc:sldMk cId="3249992291" sldId="296"/>
            <ac:spMk id="283" creationId="{943ECAE4-1AC8-1FFC-0C8E-8F3BDE8521D2}"/>
          </ac:spMkLst>
        </pc:spChg>
        <pc:spChg chg="mod">
          <ac:chgData name="Kapischan Sriganthan" userId="34441ecdfeb3e653" providerId="LiveId" clId="{02B31705-FE09-402A-8132-E2F37BBBA7A8}" dt="2026-03-31T21:18:32.485" v="55" actId="1076"/>
          <ac:spMkLst>
            <pc:docMk/>
            <pc:sldMk cId="3249992291" sldId="296"/>
            <ac:spMk id="286" creationId="{0516ABD0-75A9-6E46-AA5F-BC73A31415EB}"/>
          </ac:spMkLst>
        </pc:spChg>
        <pc:spChg chg="mod">
          <ac:chgData name="Kapischan Sriganthan" userId="34441ecdfeb3e653" providerId="LiveId" clId="{02B31705-FE09-402A-8132-E2F37BBBA7A8}" dt="2026-03-31T21:18:15.437" v="51" actId="1076"/>
          <ac:spMkLst>
            <pc:docMk/>
            <pc:sldMk cId="3249992291" sldId="296"/>
            <ac:spMk id="288" creationId="{20064DD5-10F3-5ABC-7FFF-FA48F5DA33AA}"/>
          </ac:spMkLst>
        </pc:spChg>
        <pc:spChg chg="mod">
          <ac:chgData name="Kapischan Sriganthan" userId="34441ecdfeb3e653" providerId="LiveId" clId="{02B31705-FE09-402A-8132-E2F37BBBA7A8}" dt="2026-03-31T21:17:49.928" v="45" actId="1076"/>
          <ac:spMkLst>
            <pc:docMk/>
            <pc:sldMk cId="3249992291" sldId="296"/>
            <ac:spMk id="289" creationId="{2814747A-E88D-585F-EED5-44528F2AE71A}"/>
          </ac:spMkLst>
        </pc:spChg>
        <pc:spChg chg="mod">
          <ac:chgData name="Kapischan Sriganthan" userId="34441ecdfeb3e653" providerId="LiveId" clId="{02B31705-FE09-402A-8132-E2F37BBBA7A8}" dt="2026-03-31T21:18:46.013" v="62" actId="20577"/>
          <ac:spMkLst>
            <pc:docMk/>
            <pc:sldMk cId="3249992291" sldId="296"/>
            <ac:spMk id="290" creationId="{8B7CC0B2-140C-B94A-CF1B-407039D546FB}"/>
          </ac:spMkLst>
        </pc:spChg>
        <pc:grpChg chg="mod">
          <ac:chgData name="Kapischan Sriganthan" userId="34441ecdfeb3e653" providerId="LiveId" clId="{02B31705-FE09-402A-8132-E2F37BBBA7A8}" dt="2026-03-31T21:16:25.155" v="0"/>
          <ac:grpSpMkLst>
            <pc:docMk/>
            <pc:sldMk cId="3249992291" sldId="296"/>
            <ac:grpSpMk id="277" creationId="{28F1F565-3BB6-5859-36B9-2B008DA3ED15}"/>
          </ac:grpSpMkLst>
        </pc:grpChg>
        <pc:grpChg chg="mod">
          <ac:chgData name="Kapischan Sriganthan" userId="34441ecdfeb3e653" providerId="LiveId" clId="{02B31705-FE09-402A-8132-E2F37BBBA7A8}" dt="2026-03-31T21:16:25.155" v="0"/>
          <ac:grpSpMkLst>
            <pc:docMk/>
            <pc:sldMk cId="3249992291" sldId="296"/>
            <ac:grpSpMk id="278" creationId="{3D5E09FD-469B-69EA-7368-FCA992A65C89}"/>
          </ac:grpSpMkLst>
        </pc:grpChg>
        <pc:grpChg chg="mod">
          <ac:chgData name="Kapischan Sriganthan" userId="34441ecdfeb3e653" providerId="LiveId" clId="{02B31705-FE09-402A-8132-E2F37BBBA7A8}" dt="2026-03-31T21:17:53.856" v="46" actId="1076"/>
          <ac:grpSpMkLst>
            <pc:docMk/>
            <pc:sldMk cId="3249992291" sldId="296"/>
            <ac:grpSpMk id="284" creationId="{5DD8A85B-92D2-027E-43E0-62EC315CE3DF}"/>
          </ac:grpSpMkLst>
        </pc:grpChg>
        <pc:picChg chg="mod">
          <ac:chgData name="Kapischan Sriganthan" userId="34441ecdfeb3e653" providerId="LiveId" clId="{02B31705-FE09-402A-8132-E2F37BBBA7A8}" dt="2026-03-31T21:17:04.313" v="9" actId="1076"/>
          <ac:picMkLst>
            <pc:docMk/>
            <pc:sldMk cId="3249992291" sldId="296"/>
            <ac:picMk id="280" creationId="{8FE384EA-EFC8-3CD1-11BC-9EE84F935F16}"/>
          </ac:picMkLst>
        </pc:picChg>
        <pc:picChg chg="mod">
          <ac:chgData name="Kapischan Sriganthan" userId="34441ecdfeb3e653" providerId="LiveId" clId="{02B31705-FE09-402A-8132-E2F37BBBA7A8}" dt="2026-03-31T21:18:10.525" v="50" actId="1076"/>
          <ac:picMkLst>
            <pc:docMk/>
            <pc:sldMk cId="3249992291" sldId="296"/>
            <ac:picMk id="287" creationId="{0A287471-BFBD-8548-D982-E7E8862F2C6F}"/>
          </ac:picMkLst>
        </pc:picChg>
        <pc:cxnChg chg="mod">
          <ac:chgData name="Kapischan Sriganthan" userId="34441ecdfeb3e653" providerId="LiveId" clId="{02B31705-FE09-402A-8132-E2F37BBBA7A8}" dt="2026-03-31T21:18:34.871" v="56" actId="14100"/>
          <ac:cxnSpMkLst>
            <pc:docMk/>
            <pc:sldMk cId="3249992291" sldId="296"/>
            <ac:cxnSpMk id="374" creationId="{678C236C-F422-0263-EB22-C37AD137C4AC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C9A3C6-047E-4294-A297-CD62D3DEA8B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015428D-F316-4297-B1FF-89BFE27A76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/>
            <a:t>Gemeinsames Verständnis der Ausgangslage</a:t>
          </a:r>
          <a:endParaRPr lang="en-US"/>
        </a:p>
      </dgm:t>
    </dgm:pt>
    <dgm:pt modelId="{EBECE900-4D81-4141-9281-633114F8A7A1}" type="parTrans" cxnId="{3BC1CEB7-FCB2-49A2-9B96-8E07AF9B5A45}">
      <dgm:prSet/>
      <dgm:spPr/>
      <dgm:t>
        <a:bodyPr/>
        <a:lstStyle/>
        <a:p>
          <a:endParaRPr lang="en-US"/>
        </a:p>
      </dgm:t>
    </dgm:pt>
    <dgm:pt modelId="{45B07EC1-116A-47AB-BD4D-3C2C8FA45821}" type="sibTrans" cxnId="{3BC1CEB7-FCB2-49A2-9B96-8E07AF9B5A45}">
      <dgm:prSet/>
      <dgm:spPr/>
      <dgm:t>
        <a:bodyPr/>
        <a:lstStyle/>
        <a:p>
          <a:endParaRPr lang="en-US"/>
        </a:p>
      </dgm:t>
    </dgm:pt>
    <dgm:pt modelId="{7877AC60-69ED-4FC4-9483-152D0D80A9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/>
            <a:t>Klärung der Zielsetzung</a:t>
          </a:r>
          <a:endParaRPr lang="en-US"/>
        </a:p>
      </dgm:t>
    </dgm:pt>
    <dgm:pt modelId="{E26C6FDD-A16D-4072-98C3-C70A76B52565}" type="parTrans" cxnId="{24DF2C8A-F132-4A50-A966-9BED286EE5C1}">
      <dgm:prSet/>
      <dgm:spPr/>
      <dgm:t>
        <a:bodyPr/>
        <a:lstStyle/>
        <a:p>
          <a:endParaRPr lang="en-US"/>
        </a:p>
      </dgm:t>
    </dgm:pt>
    <dgm:pt modelId="{0817828F-4400-4A11-9D2E-09EBE7996A6C}" type="sibTrans" cxnId="{24DF2C8A-F132-4A50-A966-9BED286EE5C1}">
      <dgm:prSet/>
      <dgm:spPr/>
      <dgm:t>
        <a:bodyPr/>
        <a:lstStyle/>
        <a:p>
          <a:endParaRPr lang="en-US"/>
        </a:p>
      </dgm:t>
    </dgm:pt>
    <dgm:pt modelId="{4057D31B-048E-4338-8ECE-946399A1D3D8}" type="pres">
      <dgm:prSet presAssocID="{25C9A3C6-047E-4294-A297-CD62D3DEA8BA}" presName="root" presStyleCnt="0">
        <dgm:presLayoutVars>
          <dgm:dir/>
          <dgm:resizeHandles val="exact"/>
        </dgm:presLayoutVars>
      </dgm:prSet>
      <dgm:spPr/>
    </dgm:pt>
    <dgm:pt modelId="{92630623-3717-41A5-A35D-9C0B399F1B7A}" type="pres">
      <dgm:prSet presAssocID="{6015428D-F316-4297-B1FF-89BFE27A76DC}" presName="compNode" presStyleCnt="0"/>
      <dgm:spPr/>
    </dgm:pt>
    <dgm:pt modelId="{20B00CC8-26DD-4719-8B23-8A5339013F9C}" type="pres">
      <dgm:prSet presAssocID="{6015428D-F316-4297-B1FF-89BFE27A76D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92C8503-8F5B-4C8A-87C0-63B230DB3C05}" type="pres">
      <dgm:prSet presAssocID="{6015428D-F316-4297-B1FF-89BFE27A76D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003BBDB-65AE-451D-AE0B-6E36D6CE4953}" type="pres">
      <dgm:prSet presAssocID="{6015428D-F316-4297-B1FF-89BFE27A76DC}" presName="spaceRect" presStyleCnt="0"/>
      <dgm:spPr/>
    </dgm:pt>
    <dgm:pt modelId="{C9ACEED2-51BF-45A0-BE85-B9EC1E435891}" type="pres">
      <dgm:prSet presAssocID="{6015428D-F316-4297-B1FF-89BFE27A76DC}" presName="textRect" presStyleLbl="revTx" presStyleIdx="0" presStyleCnt="2">
        <dgm:presLayoutVars>
          <dgm:chMax val="1"/>
          <dgm:chPref val="1"/>
        </dgm:presLayoutVars>
      </dgm:prSet>
      <dgm:spPr/>
    </dgm:pt>
    <dgm:pt modelId="{C53F472B-C8A2-4322-8D00-F04B208B70C0}" type="pres">
      <dgm:prSet presAssocID="{45B07EC1-116A-47AB-BD4D-3C2C8FA45821}" presName="sibTrans" presStyleCnt="0"/>
      <dgm:spPr/>
    </dgm:pt>
    <dgm:pt modelId="{1316D5C7-E8A0-44C8-A940-60E81939C916}" type="pres">
      <dgm:prSet presAssocID="{7877AC60-69ED-4FC4-9483-152D0D80A946}" presName="compNode" presStyleCnt="0"/>
      <dgm:spPr/>
    </dgm:pt>
    <dgm:pt modelId="{B2A72A49-0DA4-45F9-8C85-8C8AD53A575A}" type="pres">
      <dgm:prSet presAssocID="{7877AC60-69ED-4FC4-9483-152D0D80A946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505D230-8A76-4583-B5C1-8D0D68AED79F}" type="pres">
      <dgm:prSet presAssocID="{7877AC60-69ED-4FC4-9483-152D0D80A94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854860A1-96E8-44CB-B1A6-F1EABD690775}" type="pres">
      <dgm:prSet presAssocID="{7877AC60-69ED-4FC4-9483-152D0D80A946}" presName="spaceRect" presStyleCnt="0"/>
      <dgm:spPr/>
    </dgm:pt>
    <dgm:pt modelId="{74A8D592-2F92-4735-80F9-18DA8DBAE5ED}" type="pres">
      <dgm:prSet presAssocID="{7877AC60-69ED-4FC4-9483-152D0D80A94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8064E0F-0570-A247-80B2-E37057F847AB}" type="presOf" srcId="{6015428D-F316-4297-B1FF-89BFE27A76DC}" destId="{C9ACEED2-51BF-45A0-BE85-B9EC1E435891}" srcOrd="0" destOrd="0" presId="urn:microsoft.com/office/officeart/2018/5/layout/IconLeafLabelList"/>
    <dgm:cxn modelId="{24DF2C8A-F132-4A50-A966-9BED286EE5C1}" srcId="{25C9A3C6-047E-4294-A297-CD62D3DEA8BA}" destId="{7877AC60-69ED-4FC4-9483-152D0D80A946}" srcOrd="1" destOrd="0" parTransId="{E26C6FDD-A16D-4072-98C3-C70A76B52565}" sibTransId="{0817828F-4400-4A11-9D2E-09EBE7996A6C}"/>
    <dgm:cxn modelId="{283BE9A5-D024-6A4B-B1AD-36E1D8E710B2}" type="presOf" srcId="{7877AC60-69ED-4FC4-9483-152D0D80A946}" destId="{74A8D592-2F92-4735-80F9-18DA8DBAE5ED}" srcOrd="0" destOrd="0" presId="urn:microsoft.com/office/officeart/2018/5/layout/IconLeafLabelList"/>
    <dgm:cxn modelId="{3BC1CEB7-FCB2-49A2-9B96-8E07AF9B5A45}" srcId="{25C9A3C6-047E-4294-A297-CD62D3DEA8BA}" destId="{6015428D-F316-4297-B1FF-89BFE27A76DC}" srcOrd="0" destOrd="0" parTransId="{EBECE900-4D81-4141-9281-633114F8A7A1}" sibTransId="{45B07EC1-116A-47AB-BD4D-3C2C8FA45821}"/>
    <dgm:cxn modelId="{E64F44DE-20BA-1046-9206-8F1D9C3B2BE6}" type="presOf" srcId="{25C9A3C6-047E-4294-A297-CD62D3DEA8BA}" destId="{4057D31B-048E-4338-8ECE-946399A1D3D8}" srcOrd="0" destOrd="0" presId="urn:microsoft.com/office/officeart/2018/5/layout/IconLeafLabelList"/>
    <dgm:cxn modelId="{AFBE5386-B1E0-7A40-9787-72358DF286DC}" type="presParOf" srcId="{4057D31B-048E-4338-8ECE-946399A1D3D8}" destId="{92630623-3717-41A5-A35D-9C0B399F1B7A}" srcOrd="0" destOrd="0" presId="urn:microsoft.com/office/officeart/2018/5/layout/IconLeafLabelList"/>
    <dgm:cxn modelId="{BF9C0E88-CAD4-D44D-BEF2-479930285C2F}" type="presParOf" srcId="{92630623-3717-41A5-A35D-9C0B399F1B7A}" destId="{20B00CC8-26DD-4719-8B23-8A5339013F9C}" srcOrd="0" destOrd="0" presId="urn:microsoft.com/office/officeart/2018/5/layout/IconLeafLabelList"/>
    <dgm:cxn modelId="{15BB0AAF-25B4-C341-B425-21B4B0738BA4}" type="presParOf" srcId="{92630623-3717-41A5-A35D-9C0B399F1B7A}" destId="{C92C8503-8F5B-4C8A-87C0-63B230DB3C05}" srcOrd="1" destOrd="0" presId="urn:microsoft.com/office/officeart/2018/5/layout/IconLeafLabelList"/>
    <dgm:cxn modelId="{42BA3F4B-2AB7-254F-9FD1-DE4CC68F521A}" type="presParOf" srcId="{92630623-3717-41A5-A35D-9C0B399F1B7A}" destId="{E003BBDB-65AE-451D-AE0B-6E36D6CE4953}" srcOrd="2" destOrd="0" presId="urn:microsoft.com/office/officeart/2018/5/layout/IconLeafLabelList"/>
    <dgm:cxn modelId="{9AFBF93F-EEDD-9F41-8E96-BDD3CC0234DD}" type="presParOf" srcId="{92630623-3717-41A5-A35D-9C0B399F1B7A}" destId="{C9ACEED2-51BF-45A0-BE85-B9EC1E435891}" srcOrd="3" destOrd="0" presId="urn:microsoft.com/office/officeart/2018/5/layout/IconLeafLabelList"/>
    <dgm:cxn modelId="{FF74EE9C-B457-9D49-A5EF-2EDDF98F3B3D}" type="presParOf" srcId="{4057D31B-048E-4338-8ECE-946399A1D3D8}" destId="{C53F472B-C8A2-4322-8D00-F04B208B70C0}" srcOrd="1" destOrd="0" presId="urn:microsoft.com/office/officeart/2018/5/layout/IconLeafLabelList"/>
    <dgm:cxn modelId="{82888A3A-05B7-8447-8D13-57F39C1DF101}" type="presParOf" srcId="{4057D31B-048E-4338-8ECE-946399A1D3D8}" destId="{1316D5C7-E8A0-44C8-A940-60E81939C916}" srcOrd="2" destOrd="0" presId="urn:microsoft.com/office/officeart/2018/5/layout/IconLeafLabelList"/>
    <dgm:cxn modelId="{3E7EE78E-52E1-7A41-8A47-050375466FFD}" type="presParOf" srcId="{1316D5C7-E8A0-44C8-A940-60E81939C916}" destId="{B2A72A49-0DA4-45F9-8C85-8C8AD53A575A}" srcOrd="0" destOrd="0" presId="urn:microsoft.com/office/officeart/2018/5/layout/IconLeafLabelList"/>
    <dgm:cxn modelId="{07F424EC-6D35-204B-845C-F1CCC6FECBD7}" type="presParOf" srcId="{1316D5C7-E8A0-44C8-A940-60E81939C916}" destId="{6505D230-8A76-4583-B5C1-8D0D68AED79F}" srcOrd="1" destOrd="0" presId="urn:microsoft.com/office/officeart/2018/5/layout/IconLeafLabelList"/>
    <dgm:cxn modelId="{E9862577-A6B7-0E47-B50D-CF530CF89D39}" type="presParOf" srcId="{1316D5C7-E8A0-44C8-A940-60E81939C916}" destId="{854860A1-96E8-44CB-B1A6-F1EABD690775}" srcOrd="2" destOrd="0" presId="urn:microsoft.com/office/officeart/2018/5/layout/IconLeafLabelList"/>
    <dgm:cxn modelId="{15682AA2-7D52-224B-9604-E4FE9DA41132}" type="presParOf" srcId="{1316D5C7-E8A0-44C8-A940-60E81939C916}" destId="{74A8D592-2F92-4735-80F9-18DA8DBAE5E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32F601-4FBE-4C8B-8B92-43595FA568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C65429D-BE61-4EBC-BB6F-D8DEB0ACA907}">
      <dgm:prSet/>
      <dgm:spPr/>
      <dgm:t>
        <a:bodyPr/>
        <a:lstStyle/>
        <a:p>
          <a:r>
            <a:rPr lang="en-US"/>
            <a:t>Weiterentwicklung der HR-Organisation durch die Einführung einer zentralen Service-Struktur</a:t>
          </a:r>
        </a:p>
      </dgm:t>
    </dgm:pt>
    <dgm:pt modelId="{D1FC191B-F2E7-4C6F-99AD-A0DD5A93E68E}" type="parTrans" cxnId="{F717BBCE-9F7C-4CBB-924E-376698541942}">
      <dgm:prSet/>
      <dgm:spPr/>
      <dgm:t>
        <a:bodyPr/>
        <a:lstStyle/>
        <a:p>
          <a:endParaRPr lang="en-US"/>
        </a:p>
      </dgm:t>
    </dgm:pt>
    <dgm:pt modelId="{F65C26D5-A39F-4AFC-95DD-B1C33A835A2B}" type="sibTrans" cxnId="{F717BBCE-9F7C-4CBB-924E-376698541942}">
      <dgm:prSet/>
      <dgm:spPr/>
      <dgm:t>
        <a:bodyPr/>
        <a:lstStyle/>
        <a:p>
          <a:endParaRPr lang="en-US"/>
        </a:p>
      </dgm:t>
    </dgm:pt>
    <dgm:pt modelId="{A188502F-D991-4491-9F54-E183DB98C0EB}">
      <dgm:prSet/>
      <dgm:spPr/>
      <dgm:t>
        <a:bodyPr/>
        <a:lstStyle/>
        <a:p>
          <a:r>
            <a:rPr lang="de-DE"/>
            <a:t>HR Service Point als zentrale Anlaufstelle</a:t>
          </a:r>
          <a:endParaRPr lang="en-US"/>
        </a:p>
      </dgm:t>
    </dgm:pt>
    <dgm:pt modelId="{6C12D0DD-F090-4AE7-90EB-DCC7CE468E31}" type="parTrans" cxnId="{0B3B728D-F57D-4DDB-9B13-B08060383C92}">
      <dgm:prSet/>
      <dgm:spPr/>
      <dgm:t>
        <a:bodyPr/>
        <a:lstStyle/>
        <a:p>
          <a:endParaRPr lang="en-US"/>
        </a:p>
      </dgm:t>
    </dgm:pt>
    <dgm:pt modelId="{8CAFD1F6-E8B3-4179-91AF-37E6C7783646}" type="sibTrans" cxnId="{0B3B728D-F57D-4DDB-9B13-B08060383C92}">
      <dgm:prSet/>
      <dgm:spPr/>
      <dgm:t>
        <a:bodyPr/>
        <a:lstStyle/>
        <a:p>
          <a:endParaRPr lang="en-US"/>
        </a:p>
      </dgm:t>
    </dgm:pt>
    <dgm:pt modelId="{D42BA81F-2E1D-4973-A792-423C622FF5DB}">
      <dgm:prSet/>
      <dgm:spPr/>
      <dgm:t>
        <a:bodyPr/>
        <a:lstStyle/>
        <a:p>
          <a:r>
            <a:rPr lang="en-US"/>
            <a:t>Drehscheiben-Team zur Vernetzung von HR Beratung und HR Operations</a:t>
          </a:r>
        </a:p>
      </dgm:t>
    </dgm:pt>
    <dgm:pt modelId="{57B6D854-1C92-444D-B45D-1DDCF29AC0F8}" type="parTrans" cxnId="{6FD36D36-56F4-43F9-83F4-70FD1C354E54}">
      <dgm:prSet/>
      <dgm:spPr/>
      <dgm:t>
        <a:bodyPr/>
        <a:lstStyle/>
        <a:p>
          <a:endParaRPr lang="en-US"/>
        </a:p>
      </dgm:t>
    </dgm:pt>
    <dgm:pt modelId="{9E2C81D8-B0F0-4156-BD8D-DB490D625198}" type="sibTrans" cxnId="{6FD36D36-56F4-43F9-83F4-70FD1C354E54}">
      <dgm:prSet/>
      <dgm:spPr/>
      <dgm:t>
        <a:bodyPr/>
        <a:lstStyle/>
        <a:p>
          <a:endParaRPr lang="en-US"/>
        </a:p>
      </dgm:t>
    </dgm:pt>
    <dgm:pt modelId="{CA872113-0069-4BFD-AC1C-9B2C1C4F609C}" type="pres">
      <dgm:prSet presAssocID="{1D32F601-4FBE-4C8B-8B92-43595FA56860}" presName="root" presStyleCnt="0">
        <dgm:presLayoutVars>
          <dgm:dir/>
          <dgm:resizeHandles val="exact"/>
        </dgm:presLayoutVars>
      </dgm:prSet>
      <dgm:spPr/>
    </dgm:pt>
    <dgm:pt modelId="{526B1FC8-7187-484E-BFC9-2810A0CBEE60}" type="pres">
      <dgm:prSet presAssocID="{FC65429D-BE61-4EBC-BB6F-D8DEB0ACA907}" presName="compNode" presStyleCnt="0"/>
      <dgm:spPr/>
    </dgm:pt>
    <dgm:pt modelId="{9B169053-4563-47DE-9EBE-2FD61E425804}" type="pres">
      <dgm:prSet presAssocID="{FC65429D-BE61-4EBC-BB6F-D8DEB0ACA907}" presName="bgRect" presStyleLbl="bgShp" presStyleIdx="0" presStyleCnt="3"/>
      <dgm:spPr/>
    </dgm:pt>
    <dgm:pt modelId="{24FE03C0-FA52-46AB-B30F-28CE4EE5FD5E}" type="pres">
      <dgm:prSet presAssocID="{FC65429D-BE61-4EBC-BB6F-D8DEB0ACA90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D6A4902E-5F7F-4044-9551-1052FFE823A9}" type="pres">
      <dgm:prSet presAssocID="{FC65429D-BE61-4EBC-BB6F-D8DEB0ACA907}" presName="spaceRect" presStyleCnt="0"/>
      <dgm:spPr/>
    </dgm:pt>
    <dgm:pt modelId="{3BDE3CE9-4B00-4EC2-8588-31074CB80654}" type="pres">
      <dgm:prSet presAssocID="{FC65429D-BE61-4EBC-BB6F-D8DEB0ACA907}" presName="parTx" presStyleLbl="revTx" presStyleIdx="0" presStyleCnt="3">
        <dgm:presLayoutVars>
          <dgm:chMax val="0"/>
          <dgm:chPref val="0"/>
        </dgm:presLayoutVars>
      </dgm:prSet>
      <dgm:spPr/>
    </dgm:pt>
    <dgm:pt modelId="{1C9F4622-3EB5-4963-B928-821F3F1A54EC}" type="pres">
      <dgm:prSet presAssocID="{F65C26D5-A39F-4AFC-95DD-B1C33A835A2B}" presName="sibTrans" presStyleCnt="0"/>
      <dgm:spPr/>
    </dgm:pt>
    <dgm:pt modelId="{D25F4093-EAA2-4B49-B3BA-AC94802A11DA}" type="pres">
      <dgm:prSet presAssocID="{A188502F-D991-4491-9F54-E183DB98C0EB}" presName="compNode" presStyleCnt="0"/>
      <dgm:spPr/>
    </dgm:pt>
    <dgm:pt modelId="{BB321E2D-9686-4979-BA52-4EF4816714E4}" type="pres">
      <dgm:prSet presAssocID="{A188502F-D991-4491-9F54-E183DB98C0EB}" presName="bgRect" presStyleLbl="bgShp" presStyleIdx="1" presStyleCnt="3"/>
      <dgm:spPr/>
    </dgm:pt>
    <dgm:pt modelId="{60EC8D98-A2DC-44F6-B204-CA777C6ACA1C}" type="pres">
      <dgm:prSet presAssocID="{A188502F-D991-4491-9F54-E183DB98C0E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bäude"/>
        </a:ext>
      </dgm:extLst>
    </dgm:pt>
    <dgm:pt modelId="{82ED8B80-0C99-46D9-9F7F-32A7C18B0DBA}" type="pres">
      <dgm:prSet presAssocID="{A188502F-D991-4491-9F54-E183DB98C0EB}" presName="spaceRect" presStyleCnt="0"/>
      <dgm:spPr/>
    </dgm:pt>
    <dgm:pt modelId="{6261EFD9-91DD-457D-9D40-D3C9F14C7E33}" type="pres">
      <dgm:prSet presAssocID="{A188502F-D991-4491-9F54-E183DB98C0EB}" presName="parTx" presStyleLbl="revTx" presStyleIdx="1" presStyleCnt="3">
        <dgm:presLayoutVars>
          <dgm:chMax val="0"/>
          <dgm:chPref val="0"/>
        </dgm:presLayoutVars>
      </dgm:prSet>
      <dgm:spPr/>
    </dgm:pt>
    <dgm:pt modelId="{B579A6FD-D90D-49A7-987C-2F5E31DF5021}" type="pres">
      <dgm:prSet presAssocID="{8CAFD1F6-E8B3-4179-91AF-37E6C7783646}" presName="sibTrans" presStyleCnt="0"/>
      <dgm:spPr/>
    </dgm:pt>
    <dgm:pt modelId="{91274158-32F6-4CA9-B85B-D1B73A1E330A}" type="pres">
      <dgm:prSet presAssocID="{D42BA81F-2E1D-4973-A792-423C622FF5DB}" presName="compNode" presStyleCnt="0"/>
      <dgm:spPr/>
    </dgm:pt>
    <dgm:pt modelId="{2E2DC90C-790C-434D-A82D-C77C581B069F}" type="pres">
      <dgm:prSet presAssocID="{D42BA81F-2E1D-4973-A792-423C622FF5DB}" presName="bgRect" presStyleLbl="bgShp" presStyleIdx="2" presStyleCnt="3"/>
      <dgm:spPr/>
    </dgm:pt>
    <dgm:pt modelId="{B6224230-B259-41EF-A686-DF4E1E69EAD7}" type="pres">
      <dgm:prSet presAssocID="{D42BA81F-2E1D-4973-A792-423C622FF5D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sprechung"/>
        </a:ext>
      </dgm:extLst>
    </dgm:pt>
    <dgm:pt modelId="{2420AA26-1C8F-48C1-91CA-E92B01596AFE}" type="pres">
      <dgm:prSet presAssocID="{D42BA81F-2E1D-4973-A792-423C622FF5DB}" presName="spaceRect" presStyleCnt="0"/>
      <dgm:spPr/>
    </dgm:pt>
    <dgm:pt modelId="{78B67006-5D30-458C-9087-ACCD33B003AB}" type="pres">
      <dgm:prSet presAssocID="{D42BA81F-2E1D-4973-A792-423C622FF5D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D36D36-56F4-43F9-83F4-70FD1C354E54}" srcId="{1D32F601-4FBE-4C8B-8B92-43595FA56860}" destId="{D42BA81F-2E1D-4973-A792-423C622FF5DB}" srcOrd="2" destOrd="0" parTransId="{57B6D854-1C92-444D-B45D-1DDCF29AC0F8}" sibTransId="{9E2C81D8-B0F0-4156-BD8D-DB490D625198}"/>
    <dgm:cxn modelId="{0B3B728D-F57D-4DDB-9B13-B08060383C92}" srcId="{1D32F601-4FBE-4C8B-8B92-43595FA56860}" destId="{A188502F-D991-4491-9F54-E183DB98C0EB}" srcOrd="1" destOrd="0" parTransId="{6C12D0DD-F090-4AE7-90EB-DCC7CE468E31}" sibTransId="{8CAFD1F6-E8B3-4179-91AF-37E6C7783646}"/>
    <dgm:cxn modelId="{7C2D25A6-60BE-41C9-B8A4-F70CE4C9A910}" type="presOf" srcId="{A188502F-D991-4491-9F54-E183DB98C0EB}" destId="{6261EFD9-91DD-457D-9D40-D3C9F14C7E33}" srcOrd="0" destOrd="0" presId="urn:microsoft.com/office/officeart/2018/2/layout/IconVerticalSolidList"/>
    <dgm:cxn modelId="{F717BBCE-9F7C-4CBB-924E-376698541942}" srcId="{1D32F601-4FBE-4C8B-8B92-43595FA56860}" destId="{FC65429D-BE61-4EBC-BB6F-D8DEB0ACA907}" srcOrd="0" destOrd="0" parTransId="{D1FC191B-F2E7-4C6F-99AD-A0DD5A93E68E}" sibTransId="{F65C26D5-A39F-4AFC-95DD-B1C33A835A2B}"/>
    <dgm:cxn modelId="{44F66FD0-0BCD-4CDB-B6CC-DBC66FF130C0}" type="presOf" srcId="{1D32F601-4FBE-4C8B-8B92-43595FA56860}" destId="{CA872113-0069-4BFD-AC1C-9B2C1C4F609C}" srcOrd="0" destOrd="0" presId="urn:microsoft.com/office/officeart/2018/2/layout/IconVerticalSolidList"/>
    <dgm:cxn modelId="{E33E43DC-E40A-4FE9-B56F-168B3201B426}" type="presOf" srcId="{FC65429D-BE61-4EBC-BB6F-D8DEB0ACA907}" destId="{3BDE3CE9-4B00-4EC2-8588-31074CB80654}" srcOrd="0" destOrd="0" presId="urn:microsoft.com/office/officeart/2018/2/layout/IconVerticalSolidList"/>
    <dgm:cxn modelId="{ADF10EF9-7861-4863-99D7-CFC28B591591}" type="presOf" srcId="{D42BA81F-2E1D-4973-A792-423C622FF5DB}" destId="{78B67006-5D30-458C-9087-ACCD33B003AB}" srcOrd="0" destOrd="0" presId="urn:microsoft.com/office/officeart/2018/2/layout/IconVerticalSolidList"/>
    <dgm:cxn modelId="{C9AFFF78-5095-4588-86DA-562FAFDAB6E8}" type="presParOf" srcId="{CA872113-0069-4BFD-AC1C-9B2C1C4F609C}" destId="{526B1FC8-7187-484E-BFC9-2810A0CBEE60}" srcOrd="0" destOrd="0" presId="urn:microsoft.com/office/officeart/2018/2/layout/IconVerticalSolidList"/>
    <dgm:cxn modelId="{06EAA4D5-8C3D-4262-952E-767BF6959B3F}" type="presParOf" srcId="{526B1FC8-7187-484E-BFC9-2810A0CBEE60}" destId="{9B169053-4563-47DE-9EBE-2FD61E425804}" srcOrd="0" destOrd="0" presId="urn:microsoft.com/office/officeart/2018/2/layout/IconVerticalSolidList"/>
    <dgm:cxn modelId="{B9156B1F-C15D-49DE-B118-029F9879EA8E}" type="presParOf" srcId="{526B1FC8-7187-484E-BFC9-2810A0CBEE60}" destId="{24FE03C0-FA52-46AB-B30F-28CE4EE5FD5E}" srcOrd="1" destOrd="0" presId="urn:microsoft.com/office/officeart/2018/2/layout/IconVerticalSolidList"/>
    <dgm:cxn modelId="{A68680B7-7C50-4A40-9C60-15CFCCDBC408}" type="presParOf" srcId="{526B1FC8-7187-484E-BFC9-2810A0CBEE60}" destId="{D6A4902E-5F7F-4044-9551-1052FFE823A9}" srcOrd="2" destOrd="0" presId="urn:microsoft.com/office/officeart/2018/2/layout/IconVerticalSolidList"/>
    <dgm:cxn modelId="{8C79274F-0D5B-4FBF-B442-CD366F443E06}" type="presParOf" srcId="{526B1FC8-7187-484E-BFC9-2810A0CBEE60}" destId="{3BDE3CE9-4B00-4EC2-8588-31074CB80654}" srcOrd="3" destOrd="0" presId="urn:microsoft.com/office/officeart/2018/2/layout/IconVerticalSolidList"/>
    <dgm:cxn modelId="{8EDEE710-CAEF-4372-A73C-704023E5DDD9}" type="presParOf" srcId="{CA872113-0069-4BFD-AC1C-9B2C1C4F609C}" destId="{1C9F4622-3EB5-4963-B928-821F3F1A54EC}" srcOrd="1" destOrd="0" presId="urn:microsoft.com/office/officeart/2018/2/layout/IconVerticalSolidList"/>
    <dgm:cxn modelId="{BDAC7201-D259-41A9-8791-CBC2154CB7E6}" type="presParOf" srcId="{CA872113-0069-4BFD-AC1C-9B2C1C4F609C}" destId="{D25F4093-EAA2-4B49-B3BA-AC94802A11DA}" srcOrd="2" destOrd="0" presId="urn:microsoft.com/office/officeart/2018/2/layout/IconVerticalSolidList"/>
    <dgm:cxn modelId="{DE28E36C-5EA2-42DE-B64C-E01E6B642375}" type="presParOf" srcId="{D25F4093-EAA2-4B49-B3BA-AC94802A11DA}" destId="{BB321E2D-9686-4979-BA52-4EF4816714E4}" srcOrd="0" destOrd="0" presId="urn:microsoft.com/office/officeart/2018/2/layout/IconVerticalSolidList"/>
    <dgm:cxn modelId="{21975894-3C25-4668-987E-063F7C77CFD6}" type="presParOf" srcId="{D25F4093-EAA2-4B49-B3BA-AC94802A11DA}" destId="{60EC8D98-A2DC-44F6-B204-CA777C6ACA1C}" srcOrd="1" destOrd="0" presId="urn:microsoft.com/office/officeart/2018/2/layout/IconVerticalSolidList"/>
    <dgm:cxn modelId="{C7862B14-7247-49AC-BE6C-60DDFA3AAE21}" type="presParOf" srcId="{D25F4093-EAA2-4B49-B3BA-AC94802A11DA}" destId="{82ED8B80-0C99-46D9-9F7F-32A7C18B0DBA}" srcOrd="2" destOrd="0" presId="urn:microsoft.com/office/officeart/2018/2/layout/IconVerticalSolidList"/>
    <dgm:cxn modelId="{2CA33765-B91E-49B1-99ED-8829A3C5829F}" type="presParOf" srcId="{D25F4093-EAA2-4B49-B3BA-AC94802A11DA}" destId="{6261EFD9-91DD-457D-9D40-D3C9F14C7E33}" srcOrd="3" destOrd="0" presId="urn:microsoft.com/office/officeart/2018/2/layout/IconVerticalSolidList"/>
    <dgm:cxn modelId="{C13DA47F-4B2F-4A94-B6BE-D6009044D948}" type="presParOf" srcId="{CA872113-0069-4BFD-AC1C-9B2C1C4F609C}" destId="{B579A6FD-D90D-49A7-987C-2F5E31DF5021}" srcOrd="3" destOrd="0" presId="urn:microsoft.com/office/officeart/2018/2/layout/IconVerticalSolidList"/>
    <dgm:cxn modelId="{7B0DDBA0-847D-4941-A05D-16602D849DD0}" type="presParOf" srcId="{CA872113-0069-4BFD-AC1C-9B2C1C4F609C}" destId="{91274158-32F6-4CA9-B85B-D1B73A1E330A}" srcOrd="4" destOrd="0" presId="urn:microsoft.com/office/officeart/2018/2/layout/IconVerticalSolidList"/>
    <dgm:cxn modelId="{6F252860-313B-4CF3-B5E4-7DFB9D2F5B3D}" type="presParOf" srcId="{91274158-32F6-4CA9-B85B-D1B73A1E330A}" destId="{2E2DC90C-790C-434D-A82D-C77C581B069F}" srcOrd="0" destOrd="0" presId="urn:microsoft.com/office/officeart/2018/2/layout/IconVerticalSolidList"/>
    <dgm:cxn modelId="{C7087C91-164B-4EA5-AA11-1F81C323F95D}" type="presParOf" srcId="{91274158-32F6-4CA9-B85B-D1B73A1E330A}" destId="{B6224230-B259-41EF-A686-DF4E1E69EAD7}" srcOrd="1" destOrd="0" presId="urn:microsoft.com/office/officeart/2018/2/layout/IconVerticalSolidList"/>
    <dgm:cxn modelId="{4D080549-9E20-44B0-8338-11F6F1714498}" type="presParOf" srcId="{91274158-32F6-4CA9-B85B-D1B73A1E330A}" destId="{2420AA26-1C8F-48C1-91CA-E92B01596AFE}" srcOrd="2" destOrd="0" presId="urn:microsoft.com/office/officeart/2018/2/layout/IconVerticalSolidList"/>
    <dgm:cxn modelId="{F062D576-953A-4CF9-AF53-279EA511B517}" type="presParOf" srcId="{91274158-32F6-4CA9-B85B-D1B73A1E330A}" destId="{78B67006-5D30-458C-9087-ACCD33B003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6F0E3B-9A19-45EF-9061-F72C4DC1AED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C239928-6754-4AC5-AE99-98BD6407D88D}">
      <dgm:prSet/>
      <dgm:spPr/>
      <dgm:t>
        <a:bodyPr/>
        <a:lstStyle/>
        <a:p>
          <a:r>
            <a:rPr lang="de-DE"/>
            <a:t>Digitales HR-Portal als zentraler Eingangskanal</a:t>
          </a:r>
          <a:endParaRPr lang="en-US"/>
        </a:p>
      </dgm:t>
    </dgm:pt>
    <dgm:pt modelId="{5CB36CCB-3893-4D02-A960-7E240332F53A}" type="parTrans" cxnId="{C0CD7D97-B15D-4321-B93A-AEE0DB50A0C4}">
      <dgm:prSet/>
      <dgm:spPr/>
      <dgm:t>
        <a:bodyPr/>
        <a:lstStyle/>
        <a:p>
          <a:endParaRPr lang="en-US"/>
        </a:p>
      </dgm:t>
    </dgm:pt>
    <dgm:pt modelId="{CF39CCF3-DE97-4CCC-9F75-C66C354A1F7F}" type="sibTrans" cxnId="{C0CD7D97-B15D-4321-B93A-AEE0DB50A0C4}">
      <dgm:prSet/>
      <dgm:spPr/>
      <dgm:t>
        <a:bodyPr/>
        <a:lstStyle/>
        <a:p>
          <a:endParaRPr lang="en-US"/>
        </a:p>
      </dgm:t>
    </dgm:pt>
    <dgm:pt modelId="{3D8F3FC6-3E1A-4721-B839-308AF6FCE9E9}">
      <dgm:prSet/>
      <dgm:spPr/>
      <dgm:t>
        <a:bodyPr/>
        <a:lstStyle/>
        <a:p>
          <a:r>
            <a:rPr lang="en-US"/>
            <a:t>Ticketing-System zur strukturierten Bearbeitung von HR-Anfragen</a:t>
          </a:r>
        </a:p>
      </dgm:t>
    </dgm:pt>
    <dgm:pt modelId="{81646786-16DE-43B2-BDEC-4AC3BA384AEA}" type="parTrans" cxnId="{C432260F-20B3-4E03-ADA5-B2A20B30F28C}">
      <dgm:prSet/>
      <dgm:spPr/>
      <dgm:t>
        <a:bodyPr/>
        <a:lstStyle/>
        <a:p>
          <a:endParaRPr lang="en-US"/>
        </a:p>
      </dgm:t>
    </dgm:pt>
    <dgm:pt modelId="{FF4F93CC-5F80-4917-A63A-E944765E86C8}" type="sibTrans" cxnId="{C432260F-20B3-4E03-ADA5-B2A20B30F28C}">
      <dgm:prSet/>
      <dgm:spPr/>
      <dgm:t>
        <a:bodyPr/>
        <a:lstStyle/>
        <a:p>
          <a:endParaRPr lang="en-US"/>
        </a:p>
      </dgm:t>
    </dgm:pt>
    <dgm:pt modelId="{88719F46-21D2-4A9B-BECA-679594568433}">
      <dgm:prSet/>
      <dgm:spPr/>
      <dgm:t>
        <a:bodyPr/>
        <a:lstStyle/>
        <a:p>
          <a:r>
            <a:rPr lang="en-US"/>
            <a:t>Bündelung digitaler HR-Prozesse</a:t>
          </a:r>
        </a:p>
      </dgm:t>
    </dgm:pt>
    <dgm:pt modelId="{E5947405-3486-4A9D-AD0A-B61B9E4396F1}" type="parTrans" cxnId="{ABF48107-39FC-4BD1-9A8B-2809EAB35F03}">
      <dgm:prSet/>
      <dgm:spPr/>
      <dgm:t>
        <a:bodyPr/>
        <a:lstStyle/>
        <a:p>
          <a:endParaRPr lang="en-US"/>
        </a:p>
      </dgm:t>
    </dgm:pt>
    <dgm:pt modelId="{3AF94D2D-86F6-4FEE-A260-27B3A62DB46E}" type="sibTrans" cxnId="{ABF48107-39FC-4BD1-9A8B-2809EAB35F03}">
      <dgm:prSet/>
      <dgm:spPr/>
      <dgm:t>
        <a:bodyPr/>
        <a:lstStyle/>
        <a:p>
          <a:endParaRPr lang="en-US"/>
        </a:p>
      </dgm:t>
    </dgm:pt>
    <dgm:pt modelId="{056C56CD-AD8C-4639-8A99-5F2BFF97A732}" type="pres">
      <dgm:prSet presAssocID="{7A6F0E3B-9A19-45EF-9061-F72C4DC1AED1}" presName="linear" presStyleCnt="0">
        <dgm:presLayoutVars>
          <dgm:animLvl val="lvl"/>
          <dgm:resizeHandles val="exact"/>
        </dgm:presLayoutVars>
      </dgm:prSet>
      <dgm:spPr/>
    </dgm:pt>
    <dgm:pt modelId="{37DB793C-245D-49F1-AFC6-DBFBC8DF493B}" type="pres">
      <dgm:prSet presAssocID="{9C239928-6754-4AC5-AE99-98BD6407D8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315841-A150-4012-BBDE-0B61C7E562EC}" type="pres">
      <dgm:prSet presAssocID="{CF39CCF3-DE97-4CCC-9F75-C66C354A1F7F}" presName="spacer" presStyleCnt="0"/>
      <dgm:spPr/>
    </dgm:pt>
    <dgm:pt modelId="{746A77BE-9A30-41DC-A77A-E90AAFE0C016}" type="pres">
      <dgm:prSet presAssocID="{3D8F3FC6-3E1A-4721-B839-308AF6FCE9E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DA6918-2F60-48E8-84B0-91F2FBE90D8F}" type="pres">
      <dgm:prSet presAssocID="{FF4F93CC-5F80-4917-A63A-E944765E86C8}" presName="spacer" presStyleCnt="0"/>
      <dgm:spPr/>
    </dgm:pt>
    <dgm:pt modelId="{54B26B8A-A938-459E-AF92-7F299627F725}" type="pres">
      <dgm:prSet presAssocID="{88719F46-21D2-4A9B-BECA-67959456843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BF48107-39FC-4BD1-9A8B-2809EAB35F03}" srcId="{7A6F0E3B-9A19-45EF-9061-F72C4DC1AED1}" destId="{88719F46-21D2-4A9B-BECA-679594568433}" srcOrd="2" destOrd="0" parTransId="{E5947405-3486-4A9D-AD0A-B61B9E4396F1}" sibTransId="{3AF94D2D-86F6-4FEE-A260-27B3A62DB46E}"/>
    <dgm:cxn modelId="{C432260F-20B3-4E03-ADA5-B2A20B30F28C}" srcId="{7A6F0E3B-9A19-45EF-9061-F72C4DC1AED1}" destId="{3D8F3FC6-3E1A-4721-B839-308AF6FCE9E9}" srcOrd="1" destOrd="0" parTransId="{81646786-16DE-43B2-BDEC-4AC3BA384AEA}" sibTransId="{FF4F93CC-5F80-4917-A63A-E944765E86C8}"/>
    <dgm:cxn modelId="{CDC99E5F-CBAC-4DFB-B1FD-D034F239BDA1}" type="presOf" srcId="{7A6F0E3B-9A19-45EF-9061-F72C4DC1AED1}" destId="{056C56CD-AD8C-4639-8A99-5F2BFF97A732}" srcOrd="0" destOrd="0" presId="urn:microsoft.com/office/officeart/2005/8/layout/vList2"/>
    <dgm:cxn modelId="{B6E4EF67-C078-4953-B644-808FCD4BACBF}" type="presOf" srcId="{9C239928-6754-4AC5-AE99-98BD6407D88D}" destId="{37DB793C-245D-49F1-AFC6-DBFBC8DF493B}" srcOrd="0" destOrd="0" presId="urn:microsoft.com/office/officeart/2005/8/layout/vList2"/>
    <dgm:cxn modelId="{A7884E8F-0338-4B46-8924-84926930E3C2}" type="presOf" srcId="{3D8F3FC6-3E1A-4721-B839-308AF6FCE9E9}" destId="{746A77BE-9A30-41DC-A77A-E90AAFE0C016}" srcOrd="0" destOrd="0" presId="urn:microsoft.com/office/officeart/2005/8/layout/vList2"/>
    <dgm:cxn modelId="{C0CD7D97-B15D-4321-B93A-AEE0DB50A0C4}" srcId="{7A6F0E3B-9A19-45EF-9061-F72C4DC1AED1}" destId="{9C239928-6754-4AC5-AE99-98BD6407D88D}" srcOrd="0" destOrd="0" parTransId="{5CB36CCB-3893-4D02-A960-7E240332F53A}" sibTransId="{CF39CCF3-DE97-4CCC-9F75-C66C354A1F7F}"/>
    <dgm:cxn modelId="{146A01E3-EFFC-4430-B2A5-42E4E31D7721}" type="presOf" srcId="{88719F46-21D2-4A9B-BECA-679594568433}" destId="{54B26B8A-A938-459E-AF92-7F299627F725}" srcOrd="0" destOrd="0" presId="urn:microsoft.com/office/officeart/2005/8/layout/vList2"/>
    <dgm:cxn modelId="{F04AFE1B-8CDA-4BD3-8F38-0FEC2A871F8B}" type="presParOf" srcId="{056C56CD-AD8C-4639-8A99-5F2BFF97A732}" destId="{37DB793C-245D-49F1-AFC6-DBFBC8DF493B}" srcOrd="0" destOrd="0" presId="urn:microsoft.com/office/officeart/2005/8/layout/vList2"/>
    <dgm:cxn modelId="{D8B62781-8F74-46ED-81F7-F53BC1B282B9}" type="presParOf" srcId="{056C56CD-AD8C-4639-8A99-5F2BFF97A732}" destId="{92315841-A150-4012-BBDE-0B61C7E562EC}" srcOrd="1" destOrd="0" presId="urn:microsoft.com/office/officeart/2005/8/layout/vList2"/>
    <dgm:cxn modelId="{D08091F0-0445-48CD-BD9F-2D4D9FCA54C0}" type="presParOf" srcId="{056C56CD-AD8C-4639-8A99-5F2BFF97A732}" destId="{746A77BE-9A30-41DC-A77A-E90AAFE0C016}" srcOrd="2" destOrd="0" presId="urn:microsoft.com/office/officeart/2005/8/layout/vList2"/>
    <dgm:cxn modelId="{9BF88AB3-3841-4B54-97A3-CA1B324D5901}" type="presParOf" srcId="{056C56CD-AD8C-4639-8A99-5F2BFF97A732}" destId="{C4DA6918-2F60-48E8-84B0-91F2FBE90D8F}" srcOrd="3" destOrd="0" presId="urn:microsoft.com/office/officeart/2005/8/layout/vList2"/>
    <dgm:cxn modelId="{96E634A6-C41B-4E01-B9CD-58DF2CB2F43C}" type="presParOf" srcId="{056C56CD-AD8C-4639-8A99-5F2BFF97A732}" destId="{54B26B8A-A938-459E-AF92-7F299627F72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208C29-FA69-4D37-9BD2-4E2C75F3FC9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ECCB0B2-0D05-4A8B-A0F8-82502349FA80}">
      <dgm:prSet/>
      <dgm:spPr/>
      <dgm:t>
        <a:bodyPr/>
        <a:lstStyle/>
        <a:p>
          <a:r>
            <a:rPr lang="de-DE" dirty="0"/>
            <a:t>Optimierung und Digitalisierung von HR-Prozessen, darunter der </a:t>
          </a:r>
          <a:r>
            <a:rPr lang="de-DE" b="1" dirty="0"/>
            <a:t>Austrittsprozess</a:t>
          </a:r>
          <a:endParaRPr lang="en-US" dirty="0"/>
        </a:p>
      </dgm:t>
    </dgm:pt>
    <dgm:pt modelId="{5006B6CB-A7A9-4357-B665-4F1A33CADF0B}" type="parTrans" cxnId="{8DB4B597-7FCB-47E5-AE31-A769C4E33E8F}">
      <dgm:prSet/>
      <dgm:spPr/>
      <dgm:t>
        <a:bodyPr/>
        <a:lstStyle/>
        <a:p>
          <a:endParaRPr lang="en-US"/>
        </a:p>
      </dgm:t>
    </dgm:pt>
    <dgm:pt modelId="{329B68C4-9A4D-4F68-8D5B-4210ACF58FCD}" type="sibTrans" cxnId="{8DB4B597-7FCB-47E5-AE31-A769C4E33E8F}">
      <dgm:prSet/>
      <dgm:spPr/>
      <dgm:t>
        <a:bodyPr/>
        <a:lstStyle/>
        <a:p>
          <a:endParaRPr lang="en-US"/>
        </a:p>
      </dgm:t>
    </dgm:pt>
    <dgm:pt modelId="{9ADA48A7-2FAC-44C5-9EAF-50E417F56B85}">
      <dgm:prSet/>
      <dgm:spPr/>
      <dgm:t>
        <a:bodyPr/>
        <a:lstStyle/>
        <a:p>
          <a:r>
            <a:rPr lang="de-DE" dirty="0"/>
            <a:t>Unterschiedliche Austrittsprozesse je nach Anstellungsart und Austrittsgrund</a:t>
          </a:r>
          <a:endParaRPr lang="en-US" dirty="0"/>
        </a:p>
      </dgm:t>
    </dgm:pt>
    <dgm:pt modelId="{325BC561-01A5-44E8-8A5B-F76A274E9DF5}" type="parTrans" cxnId="{C0423714-9ADD-43CF-ABEB-33B6B458C614}">
      <dgm:prSet/>
      <dgm:spPr/>
      <dgm:t>
        <a:bodyPr/>
        <a:lstStyle/>
        <a:p>
          <a:endParaRPr lang="en-US"/>
        </a:p>
      </dgm:t>
    </dgm:pt>
    <dgm:pt modelId="{39B0802C-E622-42FB-9BD3-64F20A487219}" type="sibTrans" cxnId="{C0423714-9ADD-43CF-ABEB-33B6B458C614}">
      <dgm:prSet/>
      <dgm:spPr/>
      <dgm:t>
        <a:bodyPr/>
        <a:lstStyle/>
        <a:p>
          <a:endParaRPr lang="en-US"/>
        </a:p>
      </dgm:t>
    </dgm:pt>
    <dgm:pt modelId="{29EDDCBF-ECA5-49FB-A260-CEF611079F63}">
      <dgm:prSet/>
      <dgm:spPr/>
      <dgm:t>
        <a:bodyPr/>
        <a:lstStyle/>
        <a:p>
          <a:r>
            <a:rPr lang="de-DE"/>
            <a:t>Nutzung umfangreicher Excel-Checklisten</a:t>
          </a:r>
          <a:endParaRPr lang="en-US"/>
        </a:p>
      </dgm:t>
    </dgm:pt>
    <dgm:pt modelId="{53FA2C26-FA0B-45A1-9B5B-C4169CFE9EA4}" type="parTrans" cxnId="{AB7E795A-BF10-45EB-9780-64C1FE048230}">
      <dgm:prSet/>
      <dgm:spPr/>
      <dgm:t>
        <a:bodyPr/>
        <a:lstStyle/>
        <a:p>
          <a:endParaRPr lang="en-US"/>
        </a:p>
      </dgm:t>
    </dgm:pt>
    <dgm:pt modelId="{82193B15-500E-4559-9BD6-2A3511E4E4A8}" type="sibTrans" cxnId="{AB7E795A-BF10-45EB-9780-64C1FE048230}">
      <dgm:prSet/>
      <dgm:spPr/>
      <dgm:t>
        <a:bodyPr/>
        <a:lstStyle/>
        <a:p>
          <a:endParaRPr lang="en-US"/>
        </a:p>
      </dgm:t>
    </dgm:pt>
    <dgm:pt modelId="{CD59590A-E098-4C7C-B500-7B9BF603D092}">
      <dgm:prSet/>
      <dgm:spPr/>
      <dgm:t>
        <a:bodyPr/>
        <a:lstStyle/>
        <a:p>
          <a:r>
            <a:rPr lang="en-US" err="1"/>
            <a:t>Medienbrüche</a:t>
          </a:r>
          <a:r>
            <a:rPr lang="en-US"/>
            <a:t> </a:t>
          </a:r>
          <a:r>
            <a:rPr lang="en-US" err="1"/>
            <a:t>zwischen</a:t>
          </a:r>
          <a:r>
            <a:rPr lang="en-US"/>
            <a:t> E-Mail, Excel und </a:t>
          </a:r>
          <a:r>
            <a:rPr lang="en-US" err="1"/>
            <a:t>Ticketsystem</a:t>
          </a:r>
          <a:endParaRPr lang="en-US"/>
        </a:p>
      </dgm:t>
    </dgm:pt>
    <dgm:pt modelId="{EE87CA17-9014-4C37-8B12-5C4CA2A3C773}" type="parTrans" cxnId="{2A0E5183-592C-4C5E-B269-21D2EF87F4E4}">
      <dgm:prSet/>
      <dgm:spPr/>
      <dgm:t>
        <a:bodyPr/>
        <a:lstStyle/>
        <a:p>
          <a:endParaRPr lang="en-US"/>
        </a:p>
      </dgm:t>
    </dgm:pt>
    <dgm:pt modelId="{C4700E96-FF61-47E8-88A2-6F82D62F21C7}" type="sibTrans" cxnId="{2A0E5183-592C-4C5E-B269-21D2EF87F4E4}">
      <dgm:prSet/>
      <dgm:spPr/>
      <dgm:t>
        <a:bodyPr/>
        <a:lstStyle/>
        <a:p>
          <a:endParaRPr lang="en-US"/>
        </a:p>
      </dgm:t>
    </dgm:pt>
    <dgm:pt modelId="{BE085347-8D3D-4115-ADC4-A0CAA48AFAB3}">
      <dgm:prSet/>
      <dgm:spPr/>
      <dgm:t>
        <a:bodyPr/>
        <a:lstStyle/>
        <a:p>
          <a:r>
            <a:rPr lang="en-US"/>
            <a:t>Kein durchgängig integrierter Prozess</a:t>
          </a:r>
        </a:p>
      </dgm:t>
    </dgm:pt>
    <dgm:pt modelId="{53A0C1A2-4AD5-4102-8150-A28BA71430E4}" type="parTrans" cxnId="{F9A3E996-B96E-44F6-83EA-87D3E4316B23}">
      <dgm:prSet/>
      <dgm:spPr/>
      <dgm:t>
        <a:bodyPr/>
        <a:lstStyle/>
        <a:p>
          <a:endParaRPr lang="en-US"/>
        </a:p>
      </dgm:t>
    </dgm:pt>
    <dgm:pt modelId="{C32B7AAD-FD82-47CF-9614-1D96D634D775}" type="sibTrans" cxnId="{F9A3E996-B96E-44F6-83EA-87D3E4316B23}">
      <dgm:prSet/>
      <dgm:spPr/>
      <dgm:t>
        <a:bodyPr/>
        <a:lstStyle/>
        <a:p>
          <a:endParaRPr lang="en-US"/>
        </a:p>
      </dgm:t>
    </dgm:pt>
    <dgm:pt modelId="{305470F5-1E58-48FB-9798-C82F4B12AECC}" type="pres">
      <dgm:prSet presAssocID="{C4208C29-FA69-4D37-9BD2-4E2C75F3FC9A}" presName="diagram" presStyleCnt="0">
        <dgm:presLayoutVars>
          <dgm:dir/>
          <dgm:resizeHandles val="exact"/>
        </dgm:presLayoutVars>
      </dgm:prSet>
      <dgm:spPr/>
    </dgm:pt>
    <dgm:pt modelId="{027F46D0-DF3A-4447-9392-92E5E37794AC}" type="pres">
      <dgm:prSet presAssocID="{AECCB0B2-0D05-4A8B-A0F8-82502349FA80}" presName="node" presStyleLbl="node1" presStyleIdx="0" presStyleCnt="5">
        <dgm:presLayoutVars>
          <dgm:bulletEnabled val="1"/>
        </dgm:presLayoutVars>
      </dgm:prSet>
      <dgm:spPr/>
    </dgm:pt>
    <dgm:pt modelId="{D596A373-92B4-4ABE-A973-419A98087D04}" type="pres">
      <dgm:prSet presAssocID="{329B68C4-9A4D-4F68-8D5B-4210ACF58FCD}" presName="sibTrans" presStyleCnt="0"/>
      <dgm:spPr/>
    </dgm:pt>
    <dgm:pt modelId="{D74C1B9C-2A19-4457-A377-1FEF09A33179}" type="pres">
      <dgm:prSet presAssocID="{9ADA48A7-2FAC-44C5-9EAF-50E417F56B85}" presName="node" presStyleLbl="node1" presStyleIdx="1" presStyleCnt="5">
        <dgm:presLayoutVars>
          <dgm:bulletEnabled val="1"/>
        </dgm:presLayoutVars>
      </dgm:prSet>
      <dgm:spPr/>
    </dgm:pt>
    <dgm:pt modelId="{432E397C-DD8B-45D5-A810-390AE184A462}" type="pres">
      <dgm:prSet presAssocID="{39B0802C-E622-42FB-9BD3-64F20A487219}" presName="sibTrans" presStyleCnt="0"/>
      <dgm:spPr/>
    </dgm:pt>
    <dgm:pt modelId="{1F5E8BCB-F18A-4037-81D9-B9E7DA363476}" type="pres">
      <dgm:prSet presAssocID="{29EDDCBF-ECA5-49FB-A260-CEF611079F63}" presName="node" presStyleLbl="node1" presStyleIdx="2" presStyleCnt="5">
        <dgm:presLayoutVars>
          <dgm:bulletEnabled val="1"/>
        </dgm:presLayoutVars>
      </dgm:prSet>
      <dgm:spPr/>
    </dgm:pt>
    <dgm:pt modelId="{606C3A89-F3C8-4085-935F-DD3197B7D75C}" type="pres">
      <dgm:prSet presAssocID="{82193B15-500E-4559-9BD6-2A3511E4E4A8}" presName="sibTrans" presStyleCnt="0"/>
      <dgm:spPr/>
    </dgm:pt>
    <dgm:pt modelId="{C16DFE0B-8C13-4C26-A9F3-ED96DC718383}" type="pres">
      <dgm:prSet presAssocID="{CD59590A-E098-4C7C-B500-7B9BF603D092}" presName="node" presStyleLbl="node1" presStyleIdx="3" presStyleCnt="5">
        <dgm:presLayoutVars>
          <dgm:bulletEnabled val="1"/>
        </dgm:presLayoutVars>
      </dgm:prSet>
      <dgm:spPr/>
    </dgm:pt>
    <dgm:pt modelId="{05FE5D35-289F-4EE2-9469-AB93965A2805}" type="pres">
      <dgm:prSet presAssocID="{C4700E96-FF61-47E8-88A2-6F82D62F21C7}" presName="sibTrans" presStyleCnt="0"/>
      <dgm:spPr/>
    </dgm:pt>
    <dgm:pt modelId="{C3658AD0-284E-4D07-9A71-718F9902A830}" type="pres">
      <dgm:prSet presAssocID="{BE085347-8D3D-4115-ADC4-A0CAA48AFAB3}" presName="node" presStyleLbl="node1" presStyleIdx="4" presStyleCnt="5">
        <dgm:presLayoutVars>
          <dgm:bulletEnabled val="1"/>
        </dgm:presLayoutVars>
      </dgm:prSet>
      <dgm:spPr/>
    </dgm:pt>
  </dgm:ptLst>
  <dgm:cxnLst>
    <dgm:cxn modelId="{C0423714-9ADD-43CF-ABEB-33B6B458C614}" srcId="{C4208C29-FA69-4D37-9BD2-4E2C75F3FC9A}" destId="{9ADA48A7-2FAC-44C5-9EAF-50E417F56B85}" srcOrd="1" destOrd="0" parTransId="{325BC561-01A5-44E8-8A5B-F76A274E9DF5}" sibTransId="{39B0802C-E622-42FB-9BD3-64F20A487219}"/>
    <dgm:cxn modelId="{D4B42E18-53D6-46AE-93FF-C67B134A0955}" type="presOf" srcId="{BE085347-8D3D-4115-ADC4-A0CAA48AFAB3}" destId="{C3658AD0-284E-4D07-9A71-718F9902A830}" srcOrd="0" destOrd="0" presId="urn:microsoft.com/office/officeart/2005/8/layout/default"/>
    <dgm:cxn modelId="{40B57169-17D6-412A-BD4C-AF61B032217E}" type="presOf" srcId="{CD59590A-E098-4C7C-B500-7B9BF603D092}" destId="{C16DFE0B-8C13-4C26-A9F3-ED96DC718383}" srcOrd="0" destOrd="0" presId="urn:microsoft.com/office/officeart/2005/8/layout/default"/>
    <dgm:cxn modelId="{89DD5A79-806F-4F5C-84AD-19F20F6DB2C7}" type="presOf" srcId="{C4208C29-FA69-4D37-9BD2-4E2C75F3FC9A}" destId="{305470F5-1E58-48FB-9798-C82F4B12AECC}" srcOrd="0" destOrd="0" presId="urn:microsoft.com/office/officeart/2005/8/layout/default"/>
    <dgm:cxn modelId="{AB7E795A-BF10-45EB-9780-64C1FE048230}" srcId="{C4208C29-FA69-4D37-9BD2-4E2C75F3FC9A}" destId="{29EDDCBF-ECA5-49FB-A260-CEF611079F63}" srcOrd="2" destOrd="0" parTransId="{53FA2C26-FA0B-45A1-9B5B-C4169CFE9EA4}" sibTransId="{82193B15-500E-4559-9BD6-2A3511E4E4A8}"/>
    <dgm:cxn modelId="{2A0E5183-592C-4C5E-B269-21D2EF87F4E4}" srcId="{C4208C29-FA69-4D37-9BD2-4E2C75F3FC9A}" destId="{CD59590A-E098-4C7C-B500-7B9BF603D092}" srcOrd="3" destOrd="0" parTransId="{EE87CA17-9014-4C37-8B12-5C4CA2A3C773}" sibTransId="{C4700E96-FF61-47E8-88A2-6F82D62F21C7}"/>
    <dgm:cxn modelId="{F9A3E996-B96E-44F6-83EA-87D3E4316B23}" srcId="{C4208C29-FA69-4D37-9BD2-4E2C75F3FC9A}" destId="{BE085347-8D3D-4115-ADC4-A0CAA48AFAB3}" srcOrd="4" destOrd="0" parTransId="{53A0C1A2-4AD5-4102-8150-A28BA71430E4}" sibTransId="{C32B7AAD-FD82-47CF-9614-1D96D634D775}"/>
    <dgm:cxn modelId="{8DB4B597-7FCB-47E5-AE31-A769C4E33E8F}" srcId="{C4208C29-FA69-4D37-9BD2-4E2C75F3FC9A}" destId="{AECCB0B2-0D05-4A8B-A0F8-82502349FA80}" srcOrd="0" destOrd="0" parTransId="{5006B6CB-A7A9-4357-B665-4F1A33CADF0B}" sibTransId="{329B68C4-9A4D-4F68-8D5B-4210ACF58FCD}"/>
    <dgm:cxn modelId="{44C3CDBC-595E-4CEB-85F6-D408E654DBBE}" type="presOf" srcId="{9ADA48A7-2FAC-44C5-9EAF-50E417F56B85}" destId="{D74C1B9C-2A19-4457-A377-1FEF09A33179}" srcOrd="0" destOrd="0" presId="urn:microsoft.com/office/officeart/2005/8/layout/default"/>
    <dgm:cxn modelId="{2A44D1D5-0627-4EE2-B6AF-7A579F9DB15A}" type="presOf" srcId="{AECCB0B2-0D05-4A8B-A0F8-82502349FA80}" destId="{027F46D0-DF3A-4447-9392-92E5E37794AC}" srcOrd="0" destOrd="0" presId="urn:microsoft.com/office/officeart/2005/8/layout/default"/>
    <dgm:cxn modelId="{672760F1-8313-4023-9A68-AA658C155DC1}" type="presOf" srcId="{29EDDCBF-ECA5-49FB-A260-CEF611079F63}" destId="{1F5E8BCB-F18A-4037-81D9-B9E7DA363476}" srcOrd="0" destOrd="0" presId="urn:microsoft.com/office/officeart/2005/8/layout/default"/>
    <dgm:cxn modelId="{66E14D56-C09C-41A4-A298-14414C12F594}" type="presParOf" srcId="{305470F5-1E58-48FB-9798-C82F4B12AECC}" destId="{027F46D0-DF3A-4447-9392-92E5E37794AC}" srcOrd="0" destOrd="0" presId="urn:microsoft.com/office/officeart/2005/8/layout/default"/>
    <dgm:cxn modelId="{33A8CC34-9CA9-4763-814D-CC9681F0C325}" type="presParOf" srcId="{305470F5-1E58-48FB-9798-C82F4B12AECC}" destId="{D596A373-92B4-4ABE-A973-419A98087D04}" srcOrd="1" destOrd="0" presId="urn:microsoft.com/office/officeart/2005/8/layout/default"/>
    <dgm:cxn modelId="{EBE82527-8FCC-4A56-9701-A4E54B168899}" type="presParOf" srcId="{305470F5-1E58-48FB-9798-C82F4B12AECC}" destId="{D74C1B9C-2A19-4457-A377-1FEF09A33179}" srcOrd="2" destOrd="0" presId="urn:microsoft.com/office/officeart/2005/8/layout/default"/>
    <dgm:cxn modelId="{301D2900-7BD4-47EE-BF9C-54072D6FA6BA}" type="presParOf" srcId="{305470F5-1E58-48FB-9798-C82F4B12AECC}" destId="{432E397C-DD8B-45D5-A810-390AE184A462}" srcOrd="3" destOrd="0" presId="urn:microsoft.com/office/officeart/2005/8/layout/default"/>
    <dgm:cxn modelId="{C7B7C061-B8A3-4BE7-A47D-F5C7B5DA416C}" type="presParOf" srcId="{305470F5-1E58-48FB-9798-C82F4B12AECC}" destId="{1F5E8BCB-F18A-4037-81D9-B9E7DA363476}" srcOrd="4" destOrd="0" presId="urn:microsoft.com/office/officeart/2005/8/layout/default"/>
    <dgm:cxn modelId="{D08234EE-9879-4A9C-B9A1-97E7D2F326D7}" type="presParOf" srcId="{305470F5-1E58-48FB-9798-C82F4B12AECC}" destId="{606C3A89-F3C8-4085-935F-DD3197B7D75C}" srcOrd="5" destOrd="0" presId="urn:microsoft.com/office/officeart/2005/8/layout/default"/>
    <dgm:cxn modelId="{2CCE5CC4-46C6-4D71-8859-064E6856D32D}" type="presParOf" srcId="{305470F5-1E58-48FB-9798-C82F4B12AECC}" destId="{C16DFE0B-8C13-4C26-A9F3-ED96DC718383}" srcOrd="6" destOrd="0" presId="urn:microsoft.com/office/officeart/2005/8/layout/default"/>
    <dgm:cxn modelId="{2F094C34-2FB2-4CB6-B022-75567341BCC2}" type="presParOf" srcId="{305470F5-1E58-48FB-9798-C82F4B12AECC}" destId="{05FE5D35-289F-4EE2-9469-AB93965A2805}" srcOrd="7" destOrd="0" presId="urn:microsoft.com/office/officeart/2005/8/layout/default"/>
    <dgm:cxn modelId="{93D67E1E-9C9A-4206-8792-75B8270711FD}" type="presParOf" srcId="{305470F5-1E58-48FB-9798-C82F4B12AECC}" destId="{C3658AD0-284E-4D07-9A71-718F9902A83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9DB9CE-A350-4FCB-B5F7-EE9EB4B76CEF}" type="doc">
      <dgm:prSet loTypeId="urn:microsoft.com/office/officeart/2005/8/layout/vProcess5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20EE575-6ABC-4690-9116-4BB10E1F5E3F}">
      <dgm:prSet/>
      <dgm:spPr/>
      <dgm:t>
        <a:bodyPr/>
        <a:lstStyle/>
        <a:p>
          <a:r>
            <a:rPr lang="de-DE"/>
            <a:t>Analyse und Modellierung der bestehenden Austrittsprozesse</a:t>
          </a:r>
          <a:endParaRPr lang="en-US"/>
        </a:p>
      </dgm:t>
    </dgm:pt>
    <dgm:pt modelId="{5AB6E8ED-E15A-4D88-812E-DBD848A1E52C}" type="parTrans" cxnId="{6C056272-127E-4168-B725-3B48007E2240}">
      <dgm:prSet/>
      <dgm:spPr/>
      <dgm:t>
        <a:bodyPr/>
        <a:lstStyle/>
        <a:p>
          <a:endParaRPr lang="en-US"/>
        </a:p>
      </dgm:t>
    </dgm:pt>
    <dgm:pt modelId="{44E06AA2-FB17-4B35-8815-8B12BD6E6755}" type="sibTrans" cxnId="{6C056272-127E-4168-B725-3B48007E2240}">
      <dgm:prSet/>
      <dgm:spPr/>
      <dgm:t>
        <a:bodyPr/>
        <a:lstStyle/>
        <a:p>
          <a:endParaRPr lang="en-US"/>
        </a:p>
      </dgm:t>
    </dgm:pt>
    <dgm:pt modelId="{757D467C-9288-487C-931C-04B5EB998F67}">
      <dgm:prSet/>
      <dgm:spPr/>
      <dgm:t>
        <a:bodyPr/>
        <a:lstStyle/>
        <a:p>
          <a:r>
            <a:rPr lang="de-DE"/>
            <a:t>Identifikation von Schwachstellen und Optimierungspotenzial</a:t>
          </a:r>
          <a:endParaRPr lang="en-US"/>
        </a:p>
      </dgm:t>
    </dgm:pt>
    <dgm:pt modelId="{5588A0DA-0CE3-4272-B354-0FB78C9DF766}" type="parTrans" cxnId="{A8AD87AC-ACB6-4E1A-A604-D522F5DE103A}">
      <dgm:prSet/>
      <dgm:spPr/>
      <dgm:t>
        <a:bodyPr/>
        <a:lstStyle/>
        <a:p>
          <a:endParaRPr lang="en-US"/>
        </a:p>
      </dgm:t>
    </dgm:pt>
    <dgm:pt modelId="{0E78C887-3A15-4DAA-9E67-B61CC754F57A}" type="sibTrans" cxnId="{A8AD87AC-ACB6-4E1A-A604-D522F5DE103A}">
      <dgm:prSet/>
      <dgm:spPr/>
      <dgm:t>
        <a:bodyPr/>
        <a:lstStyle/>
        <a:p>
          <a:endParaRPr lang="en-US"/>
        </a:p>
      </dgm:t>
    </dgm:pt>
    <dgm:pt modelId="{F0D0CB1C-7669-4872-A86B-11BBA91D06B8}">
      <dgm:prSet/>
      <dgm:spPr/>
      <dgm:t>
        <a:bodyPr/>
        <a:lstStyle/>
        <a:p>
          <a:r>
            <a:rPr lang="de-DE"/>
            <a:t>Aufnahme der Anforderungen an den SOLL-Prozess</a:t>
          </a:r>
          <a:endParaRPr lang="en-US"/>
        </a:p>
      </dgm:t>
    </dgm:pt>
    <dgm:pt modelId="{BA387704-03EC-415A-BA34-C17AA1A36681}" type="parTrans" cxnId="{FC17E043-1DA4-4AE7-AD72-E9A288A78E06}">
      <dgm:prSet/>
      <dgm:spPr/>
      <dgm:t>
        <a:bodyPr/>
        <a:lstStyle/>
        <a:p>
          <a:endParaRPr lang="en-US"/>
        </a:p>
      </dgm:t>
    </dgm:pt>
    <dgm:pt modelId="{AEAC7690-D28F-469F-828C-A88AFF86F869}" type="sibTrans" cxnId="{FC17E043-1DA4-4AE7-AD72-E9A288A78E06}">
      <dgm:prSet/>
      <dgm:spPr/>
      <dgm:t>
        <a:bodyPr/>
        <a:lstStyle/>
        <a:p>
          <a:endParaRPr lang="en-US"/>
        </a:p>
      </dgm:t>
    </dgm:pt>
    <dgm:pt modelId="{0816F1F8-A4E2-4F3E-A2C6-836A2A8092D0}">
      <dgm:prSet/>
      <dgm:spPr/>
      <dgm:t>
        <a:bodyPr/>
        <a:lstStyle/>
        <a:p>
          <a:r>
            <a:rPr lang="de-DE"/>
            <a:t>Erarbeitung eines strukturierten, finalen SOLL-Konzepts</a:t>
          </a:r>
          <a:endParaRPr lang="en-US"/>
        </a:p>
      </dgm:t>
    </dgm:pt>
    <dgm:pt modelId="{C5EA44F0-CF20-42EA-ABA0-6FDACE5F998E}" type="parTrans" cxnId="{F837661B-A713-4BCF-8575-D19E5FF371DB}">
      <dgm:prSet/>
      <dgm:spPr/>
      <dgm:t>
        <a:bodyPr/>
        <a:lstStyle/>
        <a:p>
          <a:endParaRPr lang="en-US"/>
        </a:p>
      </dgm:t>
    </dgm:pt>
    <dgm:pt modelId="{B7798026-552A-46E3-AC4D-9A5EB371EDC3}" type="sibTrans" cxnId="{F837661B-A713-4BCF-8575-D19E5FF371DB}">
      <dgm:prSet/>
      <dgm:spPr/>
      <dgm:t>
        <a:bodyPr/>
        <a:lstStyle/>
        <a:p>
          <a:endParaRPr lang="en-US"/>
        </a:p>
      </dgm:t>
    </dgm:pt>
    <dgm:pt modelId="{C99F5F2B-0B9F-46DD-9E7F-343D2498D96D}">
      <dgm:prSet/>
      <dgm:spPr/>
      <dgm:t>
        <a:bodyPr/>
        <a:lstStyle/>
        <a:p>
          <a:r>
            <a:rPr lang="de-DE"/>
            <a:t>Detailspezifikation an das Ticketing-System</a:t>
          </a:r>
          <a:endParaRPr lang="en-US"/>
        </a:p>
      </dgm:t>
    </dgm:pt>
    <dgm:pt modelId="{297A6BC2-E02D-4653-8B1A-BC82863850A6}" type="parTrans" cxnId="{E1E7F930-FEBB-44DD-A992-1194496FCB70}">
      <dgm:prSet/>
      <dgm:spPr/>
      <dgm:t>
        <a:bodyPr/>
        <a:lstStyle/>
        <a:p>
          <a:endParaRPr lang="en-US"/>
        </a:p>
      </dgm:t>
    </dgm:pt>
    <dgm:pt modelId="{466AA35B-D9EA-4382-92BE-C65E9C6EE88D}" type="sibTrans" cxnId="{E1E7F930-FEBB-44DD-A992-1194496FCB70}">
      <dgm:prSet/>
      <dgm:spPr/>
      <dgm:t>
        <a:bodyPr/>
        <a:lstStyle/>
        <a:p>
          <a:endParaRPr lang="en-US"/>
        </a:p>
      </dgm:t>
    </dgm:pt>
    <dgm:pt modelId="{2841288E-8865-46CE-A629-FBF759C83228}" type="pres">
      <dgm:prSet presAssocID="{DD9DB9CE-A350-4FCB-B5F7-EE9EB4B76CEF}" presName="outerComposite" presStyleCnt="0">
        <dgm:presLayoutVars>
          <dgm:chMax val="5"/>
          <dgm:dir/>
          <dgm:resizeHandles val="exact"/>
        </dgm:presLayoutVars>
      </dgm:prSet>
      <dgm:spPr/>
    </dgm:pt>
    <dgm:pt modelId="{3485A208-F47B-4FED-8F2E-2811DC31BA92}" type="pres">
      <dgm:prSet presAssocID="{DD9DB9CE-A350-4FCB-B5F7-EE9EB4B76CEF}" presName="dummyMaxCanvas" presStyleCnt="0">
        <dgm:presLayoutVars/>
      </dgm:prSet>
      <dgm:spPr/>
    </dgm:pt>
    <dgm:pt modelId="{D2C17F84-4A44-40CF-AC63-79DAFFCFDEE7}" type="pres">
      <dgm:prSet presAssocID="{DD9DB9CE-A350-4FCB-B5F7-EE9EB4B76CEF}" presName="FiveNodes_1" presStyleLbl="node1" presStyleIdx="0" presStyleCnt="5">
        <dgm:presLayoutVars>
          <dgm:bulletEnabled val="1"/>
        </dgm:presLayoutVars>
      </dgm:prSet>
      <dgm:spPr/>
    </dgm:pt>
    <dgm:pt modelId="{AF679097-30F3-4508-9726-7B738A14F854}" type="pres">
      <dgm:prSet presAssocID="{DD9DB9CE-A350-4FCB-B5F7-EE9EB4B76CEF}" presName="FiveNodes_2" presStyleLbl="node1" presStyleIdx="1" presStyleCnt="5">
        <dgm:presLayoutVars>
          <dgm:bulletEnabled val="1"/>
        </dgm:presLayoutVars>
      </dgm:prSet>
      <dgm:spPr/>
    </dgm:pt>
    <dgm:pt modelId="{3B6FFA75-B33A-4D26-B573-D3F0FD06A3DE}" type="pres">
      <dgm:prSet presAssocID="{DD9DB9CE-A350-4FCB-B5F7-EE9EB4B76CEF}" presName="FiveNodes_3" presStyleLbl="node1" presStyleIdx="2" presStyleCnt="5">
        <dgm:presLayoutVars>
          <dgm:bulletEnabled val="1"/>
        </dgm:presLayoutVars>
      </dgm:prSet>
      <dgm:spPr/>
    </dgm:pt>
    <dgm:pt modelId="{7CF24F44-A433-4B77-B475-4DF479FF7040}" type="pres">
      <dgm:prSet presAssocID="{DD9DB9CE-A350-4FCB-B5F7-EE9EB4B76CEF}" presName="FiveNodes_4" presStyleLbl="node1" presStyleIdx="3" presStyleCnt="5">
        <dgm:presLayoutVars>
          <dgm:bulletEnabled val="1"/>
        </dgm:presLayoutVars>
      </dgm:prSet>
      <dgm:spPr/>
    </dgm:pt>
    <dgm:pt modelId="{A8B500E1-FBDE-4811-AB4F-8462BD3654E2}" type="pres">
      <dgm:prSet presAssocID="{DD9DB9CE-A350-4FCB-B5F7-EE9EB4B76CEF}" presName="FiveNodes_5" presStyleLbl="node1" presStyleIdx="4" presStyleCnt="5">
        <dgm:presLayoutVars>
          <dgm:bulletEnabled val="1"/>
        </dgm:presLayoutVars>
      </dgm:prSet>
      <dgm:spPr/>
    </dgm:pt>
    <dgm:pt modelId="{049C2CA7-F7B3-4820-9910-7EA5EA3D1244}" type="pres">
      <dgm:prSet presAssocID="{DD9DB9CE-A350-4FCB-B5F7-EE9EB4B76CEF}" presName="FiveConn_1-2" presStyleLbl="fgAccFollowNode1" presStyleIdx="0" presStyleCnt="4">
        <dgm:presLayoutVars>
          <dgm:bulletEnabled val="1"/>
        </dgm:presLayoutVars>
      </dgm:prSet>
      <dgm:spPr/>
    </dgm:pt>
    <dgm:pt modelId="{847EB5D0-8EEF-411B-930E-03638D40DDB3}" type="pres">
      <dgm:prSet presAssocID="{DD9DB9CE-A350-4FCB-B5F7-EE9EB4B76CEF}" presName="FiveConn_2-3" presStyleLbl="fgAccFollowNode1" presStyleIdx="1" presStyleCnt="4">
        <dgm:presLayoutVars>
          <dgm:bulletEnabled val="1"/>
        </dgm:presLayoutVars>
      </dgm:prSet>
      <dgm:spPr/>
    </dgm:pt>
    <dgm:pt modelId="{F4F05587-A4CC-4290-B588-3CA81BC6E837}" type="pres">
      <dgm:prSet presAssocID="{DD9DB9CE-A350-4FCB-B5F7-EE9EB4B76CEF}" presName="FiveConn_3-4" presStyleLbl="fgAccFollowNode1" presStyleIdx="2" presStyleCnt="4">
        <dgm:presLayoutVars>
          <dgm:bulletEnabled val="1"/>
        </dgm:presLayoutVars>
      </dgm:prSet>
      <dgm:spPr/>
    </dgm:pt>
    <dgm:pt modelId="{07DC84BB-0345-4B1B-9F77-722A60EF63F7}" type="pres">
      <dgm:prSet presAssocID="{DD9DB9CE-A350-4FCB-B5F7-EE9EB4B76CEF}" presName="FiveConn_4-5" presStyleLbl="fgAccFollowNode1" presStyleIdx="3" presStyleCnt="4">
        <dgm:presLayoutVars>
          <dgm:bulletEnabled val="1"/>
        </dgm:presLayoutVars>
      </dgm:prSet>
      <dgm:spPr/>
    </dgm:pt>
    <dgm:pt modelId="{626E1C02-729E-4A8C-91C5-B66BB09566D1}" type="pres">
      <dgm:prSet presAssocID="{DD9DB9CE-A350-4FCB-B5F7-EE9EB4B76CEF}" presName="FiveNodes_1_text" presStyleLbl="node1" presStyleIdx="4" presStyleCnt="5">
        <dgm:presLayoutVars>
          <dgm:bulletEnabled val="1"/>
        </dgm:presLayoutVars>
      </dgm:prSet>
      <dgm:spPr/>
    </dgm:pt>
    <dgm:pt modelId="{35E8ADB8-9A75-4660-A36B-3C5A44FE5256}" type="pres">
      <dgm:prSet presAssocID="{DD9DB9CE-A350-4FCB-B5F7-EE9EB4B76CEF}" presName="FiveNodes_2_text" presStyleLbl="node1" presStyleIdx="4" presStyleCnt="5">
        <dgm:presLayoutVars>
          <dgm:bulletEnabled val="1"/>
        </dgm:presLayoutVars>
      </dgm:prSet>
      <dgm:spPr/>
    </dgm:pt>
    <dgm:pt modelId="{F9562A75-60D6-4A91-9A14-95DFAA53D86F}" type="pres">
      <dgm:prSet presAssocID="{DD9DB9CE-A350-4FCB-B5F7-EE9EB4B76CEF}" presName="FiveNodes_3_text" presStyleLbl="node1" presStyleIdx="4" presStyleCnt="5">
        <dgm:presLayoutVars>
          <dgm:bulletEnabled val="1"/>
        </dgm:presLayoutVars>
      </dgm:prSet>
      <dgm:spPr/>
    </dgm:pt>
    <dgm:pt modelId="{4F891A18-B060-44C8-BEA6-0F0B5EF6A5C2}" type="pres">
      <dgm:prSet presAssocID="{DD9DB9CE-A350-4FCB-B5F7-EE9EB4B76CEF}" presName="FiveNodes_4_text" presStyleLbl="node1" presStyleIdx="4" presStyleCnt="5">
        <dgm:presLayoutVars>
          <dgm:bulletEnabled val="1"/>
        </dgm:presLayoutVars>
      </dgm:prSet>
      <dgm:spPr/>
    </dgm:pt>
    <dgm:pt modelId="{5A05F2B2-CBEA-459A-8CDF-6F93AFC97C17}" type="pres">
      <dgm:prSet presAssocID="{DD9DB9CE-A350-4FCB-B5F7-EE9EB4B76CE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8CF2004-4F21-1649-8939-4933FEF8B994}" type="presOf" srcId="{E20EE575-6ABC-4690-9116-4BB10E1F5E3F}" destId="{D2C17F84-4A44-40CF-AC63-79DAFFCFDEE7}" srcOrd="0" destOrd="0" presId="urn:microsoft.com/office/officeart/2005/8/layout/vProcess5"/>
    <dgm:cxn modelId="{F837661B-A713-4BCF-8575-D19E5FF371DB}" srcId="{DD9DB9CE-A350-4FCB-B5F7-EE9EB4B76CEF}" destId="{0816F1F8-A4E2-4F3E-A2C6-836A2A8092D0}" srcOrd="3" destOrd="0" parTransId="{C5EA44F0-CF20-42EA-ABA0-6FDACE5F998E}" sibTransId="{B7798026-552A-46E3-AC4D-9A5EB371EDC3}"/>
    <dgm:cxn modelId="{E1E7F930-FEBB-44DD-A992-1194496FCB70}" srcId="{DD9DB9CE-A350-4FCB-B5F7-EE9EB4B76CEF}" destId="{C99F5F2B-0B9F-46DD-9E7F-343D2498D96D}" srcOrd="4" destOrd="0" parTransId="{297A6BC2-E02D-4653-8B1A-BC82863850A6}" sibTransId="{466AA35B-D9EA-4382-92BE-C65E9C6EE88D}"/>
    <dgm:cxn modelId="{0822153D-9ED8-5F46-ACB0-19F8FC42170B}" type="presOf" srcId="{B7798026-552A-46E3-AC4D-9A5EB371EDC3}" destId="{07DC84BB-0345-4B1B-9F77-722A60EF63F7}" srcOrd="0" destOrd="0" presId="urn:microsoft.com/office/officeart/2005/8/layout/vProcess5"/>
    <dgm:cxn modelId="{15525A41-DFC1-EB4C-9719-CF34F8CE1FC2}" type="presOf" srcId="{757D467C-9288-487C-931C-04B5EB998F67}" destId="{35E8ADB8-9A75-4660-A36B-3C5A44FE5256}" srcOrd="1" destOrd="0" presId="urn:microsoft.com/office/officeart/2005/8/layout/vProcess5"/>
    <dgm:cxn modelId="{FC17E043-1DA4-4AE7-AD72-E9A288A78E06}" srcId="{DD9DB9CE-A350-4FCB-B5F7-EE9EB4B76CEF}" destId="{F0D0CB1C-7669-4872-A86B-11BBA91D06B8}" srcOrd="2" destOrd="0" parTransId="{BA387704-03EC-415A-BA34-C17AA1A36681}" sibTransId="{AEAC7690-D28F-469F-828C-A88AFF86F869}"/>
    <dgm:cxn modelId="{79003072-1CC6-C047-BA42-16F8800B9F1B}" type="presOf" srcId="{E20EE575-6ABC-4690-9116-4BB10E1F5E3F}" destId="{626E1C02-729E-4A8C-91C5-B66BB09566D1}" srcOrd="1" destOrd="0" presId="urn:microsoft.com/office/officeart/2005/8/layout/vProcess5"/>
    <dgm:cxn modelId="{6C056272-127E-4168-B725-3B48007E2240}" srcId="{DD9DB9CE-A350-4FCB-B5F7-EE9EB4B76CEF}" destId="{E20EE575-6ABC-4690-9116-4BB10E1F5E3F}" srcOrd="0" destOrd="0" parTransId="{5AB6E8ED-E15A-4D88-812E-DBD848A1E52C}" sibTransId="{44E06AA2-FB17-4B35-8815-8B12BD6E6755}"/>
    <dgm:cxn modelId="{69834753-503F-6049-B3C6-810D5E3780EB}" type="presOf" srcId="{F0D0CB1C-7669-4872-A86B-11BBA91D06B8}" destId="{3B6FFA75-B33A-4D26-B573-D3F0FD06A3DE}" srcOrd="0" destOrd="0" presId="urn:microsoft.com/office/officeart/2005/8/layout/vProcess5"/>
    <dgm:cxn modelId="{C4BD0181-259B-3F47-A56F-938FE9261C22}" type="presOf" srcId="{0E78C887-3A15-4DAA-9E67-B61CC754F57A}" destId="{847EB5D0-8EEF-411B-930E-03638D40DDB3}" srcOrd="0" destOrd="0" presId="urn:microsoft.com/office/officeart/2005/8/layout/vProcess5"/>
    <dgm:cxn modelId="{D6D50098-1245-7F46-AA1C-48A8E4AB0955}" type="presOf" srcId="{0816F1F8-A4E2-4F3E-A2C6-836A2A8092D0}" destId="{7CF24F44-A433-4B77-B475-4DF479FF7040}" srcOrd="0" destOrd="0" presId="urn:microsoft.com/office/officeart/2005/8/layout/vProcess5"/>
    <dgm:cxn modelId="{54200C9D-7243-2F4F-AC82-8F7884CC3A0E}" type="presOf" srcId="{F0D0CB1C-7669-4872-A86B-11BBA91D06B8}" destId="{F9562A75-60D6-4A91-9A14-95DFAA53D86F}" srcOrd="1" destOrd="0" presId="urn:microsoft.com/office/officeart/2005/8/layout/vProcess5"/>
    <dgm:cxn modelId="{6FAE4B9F-48C0-AD4C-B040-A2B7A702773D}" type="presOf" srcId="{C99F5F2B-0B9F-46DD-9E7F-343D2498D96D}" destId="{A8B500E1-FBDE-4811-AB4F-8462BD3654E2}" srcOrd="0" destOrd="0" presId="urn:microsoft.com/office/officeart/2005/8/layout/vProcess5"/>
    <dgm:cxn modelId="{A8AD87AC-ACB6-4E1A-A604-D522F5DE103A}" srcId="{DD9DB9CE-A350-4FCB-B5F7-EE9EB4B76CEF}" destId="{757D467C-9288-487C-931C-04B5EB998F67}" srcOrd="1" destOrd="0" parTransId="{5588A0DA-0CE3-4272-B354-0FB78C9DF766}" sibTransId="{0E78C887-3A15-4DAA-9E67-B61CC754F57A}"/>
    <dgm:cxn modelId="{EADC15C1-4872-9745-978E-0DF3802437E0}" type="presOf" srcId="{0816F1F8-A4E2-4F3E-A2C6-836A2A8092D0}" destId="{4F891A18-B060-44C8-BEA6-0F0B5EF6A5C2}" srcOrd="1" destOrd="0" presId="urn:microsoft.com/office/officeart/2005/8/layout/vProcess5"/>
    <dgm:cxn modelId="{536CDFC2-BA0F-8E4A-B39B-A2306609E67C}" type="presOf" srcId="{DD9DB9CE-A350-4FCB-B5F7-EE9EB4B76CEF}" destId="{2841288E-8865-46CE-A629-FBF759C83228}" srcOrd="0" destOrd="0" presId="urn:microsoft.com/office/officeart/2005/8/layout/vProcess5"/>
    <dgm:cxn modelId="{80CB12D8-B3E1-1240-A562-A347CCE6F277}" type="presOf" srcId="{AEAC7690-D28F-469F-828C-A88AFF86F869}" destId="{F4F05587-A4CC-4290-B588-3CA81BC6E837}" srcOrd="0" destOrd="0" presId="urn:microsoft.com/office/officeart/2005/8/layout/vProcess5"/>
    <dgm:cxn modelId="{3C49F1DB-5CAC-DD4D-AE2E-DD588D0FCAD5}" type="presOf" srcId="{44E06AA2-FB17-4B35-8815-8B12BD6E6755}" destId="{049C2CA7-F7B3-4820-9910-7EA5EA3D1244}" srcOrd="0" destOrd="0" presId="urn:microsoft.com/office/officeart/2005/8/layout/vProcess5"/>
    <dgm:cxn modelId="{037AE2EA-F6D7-A340-B1A3-8BBA83136DFD}" type="presOf" srcId="{757D467C-9288-487C-931C-04B5EB998F67}" destId="{AF679097-30F3-4508-9726-7B738A14F854}" srcOrd="0" destOrd="0" presId="urn:microsoft.com/office/officeart/2005/8/layout/vProcess5"/>
    <dgm:cxn modelId="{D8CDADF1-5594-A04E-8377-715C7DC35D07}" type="presOf" srcId="{C99F5F2B-0B9F-46DD-9E7F-343D2498D96D}" destId="{5A05F2B2-CBEA-459A-8CDF-6F93AFC97C17}" srcOrd="1" destOrd="0" presId="urn:microsoft.com/office/officeart/2005/8/layout/vProcess5"/>
    <dgm:cxn modelId="{6CB3B283-87D6-DC40-BC6E-C58498CA0A82}" type="presParOf" srcId="{2841288E-8865-46CE-A629-FBF759C83228}" destId="{3485A208-F47B-4FED-8F2E-2811DC31BA92}" srcOrd="0" destOrd="0" presId="urn:microsoft.com/office/officeart/2005/8/layout/vProcess5"/>
    <dgm:cxn modelId="{90AF0B97-8E5B-414F-94F1-CB3D67445198}" type="presParOf" srcId="{2841288E-8865-46CE-A629-FBF759C83228}" destId="{D2C17F84-4A44-40CF-AC63-79DAFFCFDEE7}" srcOrd="1" destOrd="0" presId="urn:microsoft.com/office/officeart/2005/8/layout/vProcess5"/>
    <dgm:cxn modelId="{FE563C90-DCB1-944E-B8D2-7FDB8297BEB1}" type="presParOf" srcId="{2841288E-8865-46CE-A629-FBF759C83228}" destId="{AF679097-30F3-4508-9726-7B738A14F854}" srcOrd="2" destOrd="0" presId="urn:microsoft.com/office/officeart/2005/8/layout/vProcess5"/>
    <dgm:cxn modelId="{2B365E88-D599-A046-8653-CC7F323E434A}" type="presParOf" srcId="{2841288E-8865-46CE-A629-FBF759C83228}" destId="{3B6FFA75-B33A-4D26-B573-D3F0FD06A3DE}" srcOrd="3" destOrd="0" presId="urn:microsoft.com/office/officeart/2005/8/layout/vProcess5"/>
    <dgm:cxn modelId="{836D013B-4BE5-DF4B-80F6-DE7132A69583}" type="presParOf" srcId="{2841288E-8865-46CE-A629-FBF759C83228}" destId="{7CF24F44-A433-4B77-B475-4DF479FF7040}" srcOrd="4" destOrd="0" presId="urn:microsoft.com/office/officeart/2005/8/layout/vProcess5"/>
    <dgm:cxn modelId="{B2EDCA06-645A-4949-B595-C8614C632D22}" type="presParOf" srcId="{2841288E-8865-46CE-A629-FBF759C83228}" destId="{A8B500E1-FBDE-4811-AB4F-8462BD3654E2}" srcOrd="5" destOrd="0" presId="urn:microsoft.com/office/officeart/2005/8/layout/vProcess5"/>
    <dgm:cxn modelId="{9E393077-0864-024D-93B2-B4379610D21C}" type="presParOf" srcId="{2841288E-8865-46CE-A629-FBF759C83228}" destId="{049C2CA7-F7B3-4820-9910-7EA5EA3D1244}" srcOrd="6" destOrd="0" presId="urn:microsoft.com/office/officeart/2005/8/layout/vProcess5"/>
    <dgm:cxn modelId="{2035FFED-BCAB-164D-B64B-02EAC5201537}" type="presParOf" srcId="{2841288E-8865-46CE-A629-FBF759C83228}" destId="{847EB5D0-8EEF-411B-930E-03638D40DDB3}" srcOrd="7" destOrd="0" presId="urn:microsoft.com/office/officeart/2005/8/layout/vProcess5"/>
    <dgm:cxn modelId="{A279D768-A9F7-3B4C-9586-5804EC7183E0}" type="presParOf" srcId="{2841288E-8865-46CE-A629-FBF759C83228}" destId="{F4F05587-A4CC-4290-B588-3CA81BC6E837}" srcOrd="8" destOrd="0" presId="urn:microsoft.com/office/officeart/2005/8/layout/vProcess5"/>
    <dgm:cxn modelId="{DBCBB1B3-2478-0D4C-98F7-6C7CFEFD3ACC}" type="presParOf" srcId="{2841288E-8865-46CE-A629-FBF759C83228}" destId="{07DC84BB-0345-4B1B-9F77-722A60EF63F7}" srcOrd="9" destOrd="0" presId="urn:microsoft.com/office/officeart/2005/8/layout/vProcess5"/>
    <dgm:cxn modelId="{A87E166B-D982-454A-B249-F94BD6409529}" type="presParOf" srcId="{2841288E-8865-46CE-A629-FBF759C83228}" destId="{626E1C02-729E-4A8C-91C5-B66BB09566D1}" srcOrd="10" destOrd="0" presId="urn:microsoft.com/office/officeart/2005/8/layout/vProcess5"/>
    <dgm:cxn modelId="{908DF775-33B8-FB46-9F71-85461A42BFE2}" type="presParOf" srcId="{2841288E-8865-46CE-A629-FBF759C83228}" destId="{35E8ADB8-9A75-4660-A36B-3C5A44FE5256}" srcOrd="11" destOrd="0" presId="urn:microsoft.com/office/officeart/2005/8/layout/vProcess5"/>
    <dgm:cxn modelId="{A71F4377-23F4-5D42-B813-1920A86316B5}" type="presParOf" srcId="{2841288E-8865-46CE-A629-FBF759C83228}" destId="{F9562A75-60D6-4A91-9A14-95DFAA53D86F}" srcOrd="12" destOrd="0" presId="urn:microsoft.com/office/officeart/2005/8/layout/vProcess5"/>
    <dgm:cxn modelId="{D1E9BB22-C8BF-E044-BB08-BD3866090C59}" type="presParOf" srcId="{2841288E-8865-46CE-A629-FBF759C83228}" destId="{4F891A18-B060-44C8-BEA6-0F0B5EF6A5C2}" srcOrd="13" destOrd="0" presId="urn:microsoft.com/office/officeart/2005/8/layout/vProcess5"/>
    <dgm:cxn modelId="{BB6C4917-E154-364E-9400-B5E805013583}" type="presParOf" srcId="{2841288E-8865-46CE-A629-FBF759C83228}" destId="{5A05F2B2-CBEA-459A-8CDF-6F93AFC97C1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203F01-5B56-4E0D-A73A-6EDD79F28C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346850-55F3-4630-A0CB-33210EE22B47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/>
            <a:t>Organisation der Zusammenarbeit</a:t>
          </a:r>
          <a:endParaRPr lang="en-US" dirty="0"/>
        </a:p>
      </dgm:t>
    </dgm:pt>
    <dgm:pt modelId="{C4DD317E-6805-4C4E-A942-B4BC01411C84}" type="parTrans" cxnId="{8D27A695-56AD-4C77-A345-E479544DA7C3}">
      <dgm:prSet/>
      <dgm:spPr/>
      <dgm:t>
        <a:bodyPr/>
        <a:lstStyle/>
        <a:p>
          <a:endParaRPr lang="en-US"/>
        </a:p>
      </dgm:t>
    </dgm:pt>
    <dgm:pt modelId="{E7C0E0E8-1194-4F1D-8BAA-E1204DA09758}" type="sibTrans" cxnId="{8D27A695-56AD-4C77-A345-E479544DA7C3}">
      <dgm:prSet/>
      <dgm:spPr/>
      <dgm:t>
        <a:bodyPr/>
        <a:lstStyle/>
        <a:p>
          <a:endParaRPr lang="en-US"/>
        </a:p>
      </dgm:t>
    </dgm:pt>
    <dgm:pt modelId="{8CDBA18C-B39B-45F4-BA3C-F3DC201CCF0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Rechte der Interviewpartner</a:t>
          </a:r>
          <a:endParaRPr lang="en-US"/>
        </a:p>
      </dgm:t>
    </dgm:pt>
    <dgm:pt modelId="{2D6096F7-94D3-4862-8DB7-C03ECB3ED7E0}" type="parTrans" cxnId="{9FFE86FB-DF26-42DF-9A22-E855440063FD}">
      <dgm:prSet/>
      <dgm:spPr/>
      <dgm:t>
        <a:bodyPr/>
        <a:lstStyle/>
        <a:p>
          <a:endParaRPr lang="en-US"/>
        </a:p>
      </dgm:t>
    </dgm:pt>
    <dgm:pt modelId="{F08BB9CD-6CA2-46AB-ABF2-E8203E9B427E}" type="sibTrans" cxnId="{9FFE86FB-DF26-42DF-9A22-E855440063FD}">
      <dgm:prSet/>
      <dgm:spPr/>
      <dgm:t>
        <a:bodyPr/>
        <a:lstStyle/>
        <a:p>
          <a:endParaRPr lang="en-US"/>
        </a:p>
      </dgm:t>
    </dgm:pt>
    <dgm:pt modelId="{212C5CF5-8472-45A6-BA86-F0EDD74CA2B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Umgang mit vertraulichen Daten</a:t>
          </a:r>
          <a:endParaRPr lang="en-US"/>
        </a:p>
      </dgm:t>
    </dgm:pt>
    <dgm:pt modelId="{D1957582-E509-4F21-B493-8BFF0AB142EE}" type="parTrans" cxnId="{16571583-2C93-4A21-8E11-1303E843D9A2}">
      <dgm:prSet/>
      <dgm:spPr/>
      <dgm:t>
        <a:bodyPr/>
        <a:lstStyle/>
        <a:p>
          <a:endParaRPr lang="en-US"/>
        </a:p>
      </dgm:t>
    </dgm:pt>
    <dgm:pt modelId="{8982B0D3-B152-4584-A61C-FEA5A71BB486}" type="sibTrans" cxnId="{16571583-2C93-4A21-8E11-1303E843D9A2}">
      <dgm:prSet/>
      <dgm:spPr/>
      <dgm:t>
        <a:bodyPr/>
        <a:lstStyle/>
        <a:p>
          <a:endParaRPr lang="en-US"/>
        </a:p>
      </dgm:t>
    </dgm:pt>
    <dgm:pt modelId="{C4D6CB94-6AC9-4438-BEF1-1796CE7D6C55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Termine festlegen</a:t>
          </a:r>
          <a:endParaRPr lang="en-US"/>
        </a:p>
      </dgm:t>
    </dgm:pt>
    <dgm:pt modelId="{84017D1B-AD65-4A2E-8267-43E782B831CD}" type="parTrans" cxnId="{51262486-31E2-4CF2-BC1D-A786F16C4CC0}">
      <dgm:prSet/>
      <dgm:spPr/>
      <dgm:t>
        <a:bodyPr/>
        <a:lstStyle/>
        <a:p>
          <a:endParaRPr lang="en-US"/>
        </a:p>
      </dgm:t>
    </dgm:pt>
    <dgm:pt modelId="{C1495F0F-AA1D-47D8-AB59-0721A3603877}" type="sibTrans" cxnId="{51262486-31E2-4CF2-BC1D-A786F16C4CC0}">
      <dgm:prSet/>
      <dgm:spPr/>
      <dgm:t>
        <a:bodyPr/>
        <a:lstStyle/>
        <a:p>
          <a:endParaRPr lang="en-US"/>
        </a:p>
      </dgm:t>
    </dgm:pt>
    <dgm:pt modelId="{C7EC3F0F-27FE-47F0-805C-77204F577937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1" dirty="0"/>
            <a:t>Status-Meetings</a:t>
          </a:r>
          <a:endParaRPr lang="en-US" b="1" dirty="0"/>
        </a:p>
      </dgm:t>
    </dgm:pt>
    <dgm:pt modelId="{FA430418-572A-4656-91D2-9915C8A0F0D5}" type="parTrans" cxnId="{741CB74B-E1E2-4AD0-BB14-28AEF93102D3}">
      <dgm:prSet/>
      <dgm:spPr/>
      <dgm:t>
        <a:bodyPr/>
        <a:lstStyle/>
        <a:p>
          <a:endParaRPr lang="en-US"/>
        </a:p>
      </dgm:t>
    </dgm:pt>
    <dgm:pt modelId="{2CAB7B38-ED6B-4EAC-AC51-078088E1F32A}" type="sibTrans" cxnId="{741CB74B-E1E2-4AD0-BB14-28AEF93102D3}">
      <dgm:prSet/>
      <dgm:spPr/>
      <dgm:t>
        <a:bodyPr/>
        <a:lstStyle/>
        <a:p>
          <a:endParaRPr lang="en-US"/>
        </a:p>
      </dgm:t>
    </dgm:pt>
    <dgm:pt modelId="{097B1D99-7DE0-4757-AC7E-E90DDF5B5EC1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de-CH" b="1" dirty="0"/>
            <a:t>Zwischenpräsentation</a:t>
          </a:r>
          <a:endParaRPr lang="en-US" b="0" dirty="0">
            <a:latin typeface="Aptos Display" panose="02110004020202020204"/>
          </a:endParaRPr>
        </a:p>
      </dgm:t>
    </dgm:pt>
    <dgm:pt modelId="{3B756965-251C-4F69-88CE-FEADC4AEC897}" type="parTrans" cxnId="{8F3179CD-8B03-41D7-8554-597C808963BF}">
      <dgm:prSet/>
      <dgm:spPr/>
      <dgm:t>
        <a:bodyPr/>
        <a:lstStyle/>
        <a:p>
          <a:endParaRPr lang="en-US"/>
        </a:p>
      </dgm:t>
    </dgm:pt>
    <dgm:pt modelId="{B8586082-61E7-4F09-9B82-EBB27409F20F}" type="sibTrans" cxnId="{8F3179CD-8B03-41D7-8554-597C808963BF}">
      <dgm:prSet/>
      <dgm:spPr/>
      <dgm:t>
        <a:bodyPr/>
        <a:lstStyle/>
        <a:p>
          <a:endParaRPr lang="en-US"/>
        </a:p>
      </dgm:t>
    </dgm:pt>
    <dgm:pt modelId="{B2280B8A-94DB-44AB-9140-0FD694B0DC6A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/>
            <a:t>Klären längerer Abwesenheit</a:t>
          </a:r>
          <a:endParaRPr lang="en-US" dirty="0"/>
        </a:p>
      </dgm:t>
    </dgm:pt>
    <dgm:pt modelId="{B6B1ADF0-FC47-4D5D-89C8-B29CC11DEF43}" type="parTrans" cxnId="{34AE8D13-6381-4566-BC91-1E5695757E12}">
      <dgm:prSet/>
      <dgm:spPr/>
      <dgm:t>
        <a:bodyPr/>
        <a:lstStyle/>
        <a:p>
          <a:endParaRPr lang="en-US"/>
        </a:p>
      </dgm:t>
    </dgm:pt>
    <dgm:pt modelId="{6A0FC8F0-F6D6-4B3E-8B0D-1AFD18653855}" type="sibTrans" cxnId="{34AE8D13-6381-4566-BC91-1E5695757E12}">
      <dgm:prSet/>
      <dgm:spPr/>
      <dgm:t>
        <a:bodyPr/>
        <a:lstStyle/>
        <a:p>
          <a:endParaRPr lang="en-US"/>
        </a:p>
      </dgm:t>
    </dgm:pt>
    <dgm:pt modelId="{0CB966EC-0D21-4B91-A6FE-520DC724EDB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CH" sz="1900"/>
            <a:t>Vertraulichkeit der Arbeit</a:t>
          </a:r>
          <a:r>
            <a:rPr lang="de-CH" sz="1200"/>
            <a:t>(Vertraulichkeitsvereinbarung)</a:t>
          </a:r>
          <a:r>
            <a:rPr lang="de-CH" sz="1900"/>
            <a:t>			</a:t>
          </a:r>
        </a:p>
      </dgm:t>
    </dgm:pt>
    <dgm:pt modelId="{168A05F9-BB87-436A-81DB-39C758B59F21}" type="parTrans" cxnId="{3B5D99D4-D240-4F21-A4A5-6095BA2D9032}">
      <dgm:prSet/>
      <dgm:spPr/>
      <dgm:t>
        <a:bodyPr/>
        <a:lstStyle/>
        <a:p>
          <a:endParaRPr lang="de-CH"/>
        </a:p>
      </dgm:t>
    </dgm:pt>
    <dgm:pt modelId="{3464BD54-9EC3-45F7-8941-302EA0A46495}" type="sibTrans" cxnId="{3B5D99D4-D240-4F21-A4A5-6095BA2D9032}">
      <dgm:prSet/>
      <dgm:spPr/>
      <dgm:t>
        <a:bodyPr/>
        <a:lstStyle/>
        <a:p>
          <a:endParaRPr lang="de-CH"/>
        </a:p>
      </dgm:t>
    </dgm:pt>
    <dgm:pt modelId="{AC072BBF-B4B9-4206-BA00-AC2F5C4F4CB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CH" b="1" dirty="0"/>
            <a:t>Schlusspräsentation</a:t>
          </a:r>
          <a:endParaRPr lang="de-DE" dirty="0"/>
        </a:p>
      </dgm:t>
    </dgm:pt>
    <dgm:pt modelId="{D8AB67D2-F999-4429-9C92-4546431F1B1E}" type="parTrans" cxnId="{3805F539-F390-478D-A3A5-3499957345F5}">
      <dgm:prSet/>
      <dgm:spPr/>
      <dgm:t>
        <a:bodyPr/>
        <a:lstStyle/>
        <a:p>
          <a:endParaRPr lang="de-CH"/>
        </a:p>
      </dgm:t>
    </dgm:pt>
    <dgm:pt modelId="{3543FAD7-ECB2-42EB-B9E5-862E32EC1D75}" type="sibTrans" cxnId="{3805F539-F390-478D-A3A5-3499957345F5}">
      <dgm:prSet/>
      <dgm:spPr/>
      <dgm:t>
        <a:bodyPr/>
        <a:lstStyle/>
        <a:p>
          <a:endParaRPr lang="de-CH"/>
        </a:p>
      </dgm:t>
    </dgm:pt>
    <dgm:pt modelId="{713D7172-C52B-4764-A9E4-AC31C728B119}" type="pres">
      <dgm:prSet presAssocID="{FB203F01-5B56-4E0D-A73A-6EDD79F28C2D}" presName="root" presStyleCnt="0">
        <dgm:presLayoutVars>
          <dgm:dir/>
          <dgm:resizeHandles val="exact"/>
        </dgm:presLayoutVars>
      </dgm:prSet>
      <dgm:spPr/>
    </dgm:pt>
    <dgm:pt modelId="{2DF3D404-F298-4F25-AD65-9D58CE320ADF}" type="pres">
      <dgm:prSet presAssocID="{0A346850-55F3-4630-A0CB-33210EE22B47}" presName="compNode" presStyleCnt="0"/>
      <dgm:spPr/>
    </dgm:pt>
    <dgm:pt modelId="{62A44A94-608C-475E-BAE4-A2F916547FC5}" type="pres">
      <dgm:prSet presAssocID="{0A346850-55F3-4630-A0CB-33210EE22B47}" presName="bgRect" presStyleLbl="bgShp" presStyleIdx="0" presStyleCnt="6" custLinFactNeighborX="-5482" custLinFactNeighborY="-29865"/>
      <dgm:spPr/>
    </dgm:pt>
    <dgm:pt modelId="{DAD03FF8-87B7-4464-AAF7-847CBD78FE86}" type="pres">
      <dgm:prSet presAssocID="{0A346850-55F3-4630-A0CB-33210EE22B4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chlag"/>
        </a:ext>
      </dgm:extLst>
    </dgm:pt>
    <dgm:pt modelId="{6050ED21-FA9C-439C-9ABA-B98C4175EA68}" type="pres">
      <dgm:prSet presAssocID="{0A346850-55F3-4630-A0CB-33210EE22B47}" presName="spaceRect" presStyleCnt="0"/>
      <dgm:spPr/>
    </dgm:pt>
    <dgm:pt modelId="{FA5275C7-5678-44C4-8530-CF92C43277F8}" type="pres">
      <dgm:prSet presAssocID="{0A346850-55F3-4630-A0CB-33210EE22B47}" presName="parTx" presStyleLbl="revTx" presStyleIdx="0" presStyleCnt="7">
        <dgm:presLayoutVars>
          <dgm:chMax val="0"/>
          <dgm:chPref val="0"/>
        </dgm:presLayoutVars>
      </dgm:prSet>
      <dgm:spPr/>
    </dgm:pt>
    <dgm:pt modelId="{C045AFC9-D0D0-4729-B8EF-3E0FE05FA971}" type="pres">
      <dgm:prSet presAssocID="{E7C0E0E8-1194-4F1D-8BAA-E1204DA09758}" presName="sibTrans" presStyleCnt="0"/>
      <dgm:spPr/>
    </dgm:pt>
    <dgm:pt modelId="{42C6DDFE-39FB-417B-8F6D-57A0BA724021}" type="pres">
      <dgm:prSet presAssocID="{0CB966EC-0D21-4B91-A6FE-520DC724EDB1}" presName="compNode" presStyleCnt="0"/>
      <dgm:spPr/>
    </dgm:pt>
    <dgm:pt modelId="{77ACA046-54B1-4193-BF47-CD69382AEDBB}" type="pres">
      <dgm:prSet presAssocID="{0CB966EC-0D21-4B91-A6FE-520DC724EDB1}" presName="bgRect" presStyleLbl="bgShp" presStyleIdx="1" presStyleCnt="6"/>
      <dgm:spPr/>
    </dgm:pt>
    <dgm:pt modelId="{4EC9B0FF-1B2F-4FEB-B213-3DCE0A05AEF3}" type="pres">
      <dgm:prSet presAssocID="{0CB966EC-0D21-4B91-A6FE-520DC724EDB1}" presName="iconRect" presStyleLbl="node1" presStyleIdx="1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ter Schlüssel mit einfarbiger Füllung"/>
        </a:ext>
      </dgm:extLst>
    </dgm:pt>
    <dgm:pt modelId="{2CEDA0D0-0942-493A-901A-438E1DA7B749}" type="pres">
      <dgm:prSet presAssocID="{0CB966EC-0D21-4B91-A6FE-520DC724EDB1}" presName="spaceRect" presStyleCnt="0"/>
      <dgm:spPr/>
    </dgm:pt>
    <dgm:pt modelId="{E4E811C8-7BB4-4341-81CC-5727C2945388}" type="pres">
      <dgm:prSet presAssocID="{0CB966EC-0D21-4B91-A6FE-520DC724EDB1}" presName="parTx" presStyleLbl="revTx" presStyleIdx="1" presStyleCnt="7">
        <dgm:presLayoutVars>
          <dgm:chMax val="0"/>
          <dgm:chPref val="0"/>
        </dgm:presLayoutVars>
      </dgm:prSet>
      <dgm:spPr/>
    </dgm:pt>
    <dgm:pt modelId="{1C0F4D4B-23DF-43D0-B7C5-9FE914919DB0}" type="pres">
      <dgm:prSet presAssocID="{3464BD54-9EC3-45F7-8941-302EA0A46495}" presName="sibTrans" presStyleCnt="0"/>
      <dgm:spPr/>
    </dgm:pt>
    <dgm:pt modelId="{E24D1A5D-F796-4DC2-9DE3-070D2240835B}" type="pres">
      <dgm:prSet presAssocID="{8CDBA18C-B39B-45F4-BA3C-F3DC201CCF07}" presName="compNode" presStyleCnt="0"/>
      <dgm:spPr/>
    </dgm:pt>
    <dgm:pt modelId="{B554EE15-773D-4B39-9D66-20F8E012368F}" type="pres">
      <dgm:prSet presAssocID="{8CDBA18C-B39B-45F4-BA3C-F3DC201CCF07}" presName="bgRect" presStyleLbl="bgShp" presStyleIdx="2" presStyleCnt="6"/>
      <dgm:spPr/>
    </dgm:pt>
    <dgm:pt modelId="{12CC8413-E572-43EF-A9D8-D79B67459C59}" type="pres">
      <dgm:prSet presAssocID="{8CDBA18C-B39B-45F4-BA3C-F3DC201CCF0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F94839DA-2B75-4DDC-9B00-5ADC0A762453}" type="pres">
      <dgm:prSet presAssocID="{8CDBA18C-B39B-45F4-BA3C-F3DC201CCF07}" presName="spaceRect" presStyleCnt="0"/>
      <dgm:spPr/>
    </dgm:pt>
    <dgm:pt modelId="{B0910C3F-45DD-4DF9-835E-1CFDD5BB9F93}" type="pres">
      <dgm:prSet presAssocID="{8CDBA18C-B39B-45F4-BA3C-F3DC201CCF07}" presName="parTx" presStyleLbl="revTx" presStyleIdx="2" presStyleCnt="7">
        <dgm:presLayoutVars>
          <dgm:chMax val="0"/>
          <dgm:chPref val="0"/>
        </dgm:presLayoutVars>
      </dgm:prSet>
      <dgm:spPr/>
    </dgm:pt>
    <dgm:pt modelId="{13BD3378-B8AB-42DB-8D08-D4580C2E0C9C}" type="pres">
      <dgm:prSet presAssocID="{F08BB9CD-6CA2-46AB-ABF2-E8203E9B427E}" presName="sibTrans" presStyleCnt="0"/>
      <dgm:spPr/>
    </dgm:pt>
    <dgm:pt modelId="{964C0D42-8C15-4F1A-BC61-6B2AB13CF2C9}" type="pres">
      <dgm:prSet presAssocID="{212C5CF5-8472-45A6-BA86-F0EDD74CA2B2}" presName="compNode" presStyleCnt="0"/>
      <dgm:spPr/>
    </dgm:pt>
    <dgm:pt modelId="{D71431F1-983E-4E59-938C-B7F84CC4897E}" type="pres">
      <dgm:prSet presAssocID="{212C5CF5-8472-45A6-BA86-F0EDD74CA2B2}" presName="bgRect" presStyleLbl="bgShp" presStyleIdx="3" presStyleCnt="6"/>
      <dgm:spPr/>
    </dgm:pt>
    <dgm:pt modelId="{A5CDD9FF-B1E9-43C5-8F28-96A3E01ED357}" type="pres">
      <dgm:prSet presAssocID="{212C5CF5-8472-45A6-BA86-F0EDD74CA2B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üfliste"/>
        </a:ext>
      </dgm:extLst>
    </dgm:pt>
    <dgm:pt modelId="{32484603-63B8-49B7-9F6E-4AAFE09E0BED}" type="pres">
      <dgm:prSet presAssocID="{212C5CF5-8472-45A6-BA86-F0EDD74CA2B2}" presName="spaceRect" presStyleCnt="0"/>
      <dgm:spPr/>
    </dgm:pt>
    <dgm:pt modelId="{D7832A86-93FC-4CCF-95D6-51A94384610B}" type="pres">
      <dgm:prSet presAssocID="{212C5CF5-8472-45A6-BA86-F0EDD74CA2B2}" presName="parTx" presStyleLbl="revTx" presStyleIdx="3" presStyleCnt="7">
        <dgm:presLayoutVars>
          <dgm:chMax val="0"/>
          <dgm:chPref val="0"/>
        </dgm:presLayoutVars>
      </dgm:prSet>
      <dgm:spPr/>
    </dgm:pt>
    <dgm:pt modelId="{0ABE6B29-2D1D-4514-99DD-8E288BEC81DE}" type="pres">
      <dgm:prSet presAssocID="{8982B0D3-B152-4584-A61C-FEA5A71BB486}" presName="sibTrans" presStyleCnt="0"/>
      <dgm:spPr/>
    </dgm:pt>
    <dgm:pt modelId="{C125255E-4875-41C1-B0C4-07023F8507A7}" type="pres">
      <dgm:prSet presAssocID="{C4D6CB94-6AC9-4438-BEF1-1796CE7D6C55}" presName="compNode" presStyleCnt="0"/>
      <dgm:spPr/>
    </dgm:pt>
    <dgm:pt modelId="{EA3C552D-530F-483A-91D1-BA0273B906C7}" type="pres">
      <dgm:prSet presAssocID="{C4D6CB94-6AC9-4438-BEF1-1796CE7D6C55}" presName="bgRect" presStyleLbl="bgShp" presStyleIdx="4" presStyleCnt="6" custLinFactNeighborX="-324" custLinFactNeighborY="-7978"/>
      <dgm:spPr/>
    </dgm:pt>
    <dgm:pt modelId="{B195A1FD-10EC-4137-8F02-4C672E45AF63}" type="pres">
      <dgm:prSet presAssocID="{C4D6CB94-6AC9-4438-BEF1-1796CE7D6C55}" presName="iconRect" presStyleLbl="node1" presStyleIdx="4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geskalender mit einfarbiger Füllung"/>
        </a:ext>
      </dgm:extLst>
    </dgm:pt>
    <dgm:pt modelId="{6E9FF55B-4FE6-41CC-939E-C4023A2DD5C0}" type="pres">
      <dgm:prSet presAssocID="{C4D6CB94-6AC9-4438-BEF1-1796CE7D6C55}" presName="spaceRect" presStyleCnt="0"/>
      <dgm:spPr/>
    </dgm:pt>
    <dgm:pt modelId="{EB462C1E-B961-45D3-8A34-D4A93FBAA1A8}" type="pres">
      <dgm:prSet presAssocID="{C4D6CB94-6AC9-4438-BEF1-1796CE7D6C55}" presName="parTx" presStyleLbl="revTx" presStyleIdx="4" presStyleCnt="7">
        <dgm:presLayoutVars>
          <dgm:chMax val="0"/>
          <dgm:chPref val="0"/>
        </dgm:presLayoutVars>
      </dgm:prSet>
      <dgm:spPr/>
    </dgm:pt>
    <dgm:pt modelId="{C3C5883F-CF39-4A06-A3E8-E99FD37A8138}" type="pres">
      <dgm:prSet presAssocID="{C4D6CB94-6AC9-4438-BEF1-1796CE7D6C55}" presName="desTx" presStyleLbl="revTx" presStyleIdx="5" presStyleCnt="7" custLinFactNeighborX="-477" custLinFactNeighborY="-6945">
        <dgm:presLayoutVars/>
      </dgm:prSet>
      <dgm:spPr/>
    </dgm:pt>
    <dgm:pt modelId="{556310E9-EC6D-4AE3-80F9-662C200017D0}" type="pres">
      <dgm:prSet presAssocID="{C1495F0F-AA1D-47D8-AB59-0721A3603877}" presName="sibTrans" presStyleCnt="0"/>
      <dgm:spPr/>
    </dgm:pt>
    <dgm:pt modelId="{D8A6E151-826D-4B6E-A39D-5058E8E5F794}" type="pres">
      <dgm:prSet presAssocID="{B2280B8A-94DB-44AB-9140-0FD694B0DC6A}" presName="compNode" presStyleCnt="0"/>
      <dgm:spPr/>
    </dgm:pt>
    <dgm:pt modelId="{F563EE94-B0AC-4AB0-A6BF-2460ADA16F78}" type="pres">
      <dgm:prSet presAssocID="{B2280B8A-94DB-44AB-9140-0FD694B0DC6A}" presName="bgRect" presStyleLbl="bgShp" presStyleIdx="5" presStyleCnt="6"/>
      <dgm:spPr/>
    </dgm:pt>
    <dgm:pt modelId="{006A1BD3-CA73-4B45-BE9D-13262D3F87E6}" type="pres">
      <dgm:prSet presAssocID="{B2280B8A-94DB-44AB-9140-0FD694B0DC6A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0929D95F-6ED6-486F-832A-617F74B7A753}" type="pres">
      <dgm:prSet presAssocID="{B2280B8A-94DB-44AB-9140-0FD694B0DC6A}" presName="spaceRect" presStyleCnt="0"/>
      <dgm:spPr/>
    </dgm:pt>
    <dgm:pt modelId="{BC4926FC-96D1-45DC-8864-2E87553CFD1A}" type="pres">
      <dgm:prSet presAssocID="{B2280B8A-94DB-44AB-9140-0FD694B0DC6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762840C-7473-40F4-B0A2-A0382612FF24}" type="presOf" srcId="{0CB966EC-0D21-4B91-A6FE-520DC724EDB1}" destId="{E4E811C8-7BB4-4341-81CC-5727C2945388}" srcOrd="0" destOrd="0" presId="urn:microsoft.com/office/officeart/2018/2/layout/IconVerticalSolidList"/>
    <dgm:cxn modelId="{F800BA10-32B7-4FB5-81DF-950C5AE0F085}" type="presOf" srcId="{0A346850-55F3-4630-A0CB-33210EE22B47}" destId="{FA5275C7-5678-44C4-8530-CF92C43277F8}" srcOrd="0" destOrd="0" presId="urn:microsoft.com/office/officeart/2018/2/layout/IconVerticalSolidList"/>
    <dgm:cxn modelId="{34AE8D13-6381-4566-BC91-1E5695757E12}" srcId="{FB203F01-5B56-4E0D-A73A-6EDD79F28C2D}" destId="{B2280B8A-94DB-44AB-9140-0FD694B0DC6A}" srcOrd="5" destOrd="0" parTransId="{B6B1ADF0-FC47-4D5D-89C8-B29CC11DEF43}" sibTransId="{6A0FC8F0-F6D6-4B3E-8B0D-1AFD18653855}"/>
    <dgm:cxn modelId="{9DCFE518-76AD-4F96-ADD3-D2CB521AFDE8}" type="presOf" srcId="{AC072BBF-B4B9-4206-BA00-AC2F5C4F4CB4}" destId="{C3C5883F-CF39-4A06-A3E8-E99FD37A8138}" srcOrd="0" destOrd="2" presId="urn:microsoft.com/office/officeart/2018/2/layout/IconVerticalSolidList"/>
    <dgm:cxn modelId="{3805F539-F390-478D-A3A5-3499957345F5}" srcId="{C4D6CB94-6AC9-4438-BEF1-1796CE7D6C55}" destId="{AC072BBF-B4B9-4206-BA00-AC2F5C4F4CB4}" srcOrd="2" destOrd="0" parTransId="{D8AB67D2-F999-4429-9C92-4546431F1B1E}" sibTransId="{3543FAD7-ECB2-42EB-B9E5-862E32EC1D75}"/>
    <dgm:cxn modelId="{741CB74B-E1E2-4AD0-BB14-28AEF93102D3}" srcId="{C4D6CB94-6AC9-4438-BEF1-1796CE7D6C55}" destId="{C7EC3F0F-27FE-47F0-805C-77204F577937}" srcOrd="0" destOrd="0" parTransId="{FA430418-572A-4656-91D2-9915C8A0F0D5}" sibTransId="{2CAB7B38-ED6B-4EAC-AC51-078088E1F32A}"/>
    <dgm:cxn modelId="{E0A4254E-6E0D-4D7D-B079-843F4053F742}" type="presOf" srcId="{FB203F01-5B56-4E0D-A73A-6EDD79F28C2D}" destId="{713D7172-C52B-4764-A9E4-AC31C728B119}" srcOrd="0" destOrd="0" presId="urn:microsoft.com/office/officeart/2018/2/layout/IconVerticalSolidList"/>
    <dgm:cxn modelId="{27A76B76-E0C7-4DAF-A8F9-EA58E3215451}" type="presOf" srcId="{B2280B8A-94DB-44AB-9140-0FD694B0DC6A}" destId="{BC4926FC-96D1-45DC-8864-2E87553CFD1A}" srcOrd="0" destOrd="0" presId="urn:microsoft.com/office/officeart/2018/2/layout/IconVerticalSolidList"/>
    <dgm:cxn modelId="{16571583-2C93-4A21-8E11-1303E843D9A2}" srcId="{FB203F01-5B56-4E0D-A73A-6EDD79F28C2D}" destId="{212C5CF5-8472-45A6-BA86-F0EDD74CA2B2}" srcOrd="3" destOrd="0" parTransId="{D1957582-E509-4F21-B493-8BFF0AB142EE}" sibTransId="{8982B0D3-B152-4584-A61C-FEA5A71BB486}"/>
    <dgm:cxn modelId="{51262486-31E2-4CF2-BC1D-A786F16C4CC0}" srcId="{FB203F01-5B56-4E0D-A73A-6EDD79F28C2D}" destId="{C4D6CB94-6AC9-4438-BEF1-1796CE7D6C55}" srcOrd="4" destOrd="0" parTransId="{84017D1B-AD65-4A2E-8267-43E782B831CD}" sibTransId="{C1495F0F-AA1D-47D8-AB59-0721A3603877}"/>
    <dgm:cxn modelId="{8972968B-62E1-4BE1-9800-0844E4812572}" type="presOf" srcId="{C4D6CB94-6AC9-4438-BEF1-1796CE7D6C55}" destId="{EB462C1E-B961-45D3-8A34-D4A93FBAA1A8}" srcOrd="0" destOrd="0" presId="urn:microsoft.com/office/officeart/2018/2/layout/IconVerticalSolidList"/>
    <dgm:cxn modelId="{8D27A695-56AD-4C77-A345-E479544DA7C3}" srcId="{FB203F01-5B56-4E0D-A73A-6EDD79F28C2D}" destId="{0A346850-55F3-4630-A0CB-33210EE22B47}" srcOrd="0" destOrd="0" parTransId="{C4DD317E-6805-4C4E-A942-B4BC01411C84}" sibTransId="{E7C0E0E8-1194-4F1D-8BAA-E1204DA09758}"/>
    <dgm:cxn modelId="{4CCBA49B-D49A-4D57-8B81-347E040CBE74}" type="presOf" srcId="{C7EC3F0F-27FE-47F0-805C-77204F577937}" destId="{C3C5883F-CF39-4A06-A3E8-E99FD37A8138}" srcOrd="0" destOrd="0" presId="urn:microsoft.com/office/officeart/2018/2/layout/IconVerticalSolidList"/>
    <dgm:cxn modelId="{C8D4BDC3-BB93-406E-844F-3DC1DFC3A0D8}" type="presOf" srcId="{8CDBA18C-B39B-45F4-BA3C-F3DC201CCF07}" destId="{B0910C3F-45DD-4DF9-835E-1CFDD5BB9F93}" srcOrd="0" destOrd="0" presId="urn:microsoft.com/office/officeart/2018/2/layout/IconVerticalSolidList"/>
    <dgm:cxn modelId="{8F3179CD-8B03-41D7-8554-597C808963BF}" srcId="{C4D6CB94-6AC9-4438-BEF1-1796CE7D6C55}" destId="{097B1D99-7DE0-4757-AC7E-E90DDF5B5EC1}" srcOrd="1" destOrd="0" parTransId="{3B756965-251C-4F69-88CE-FEADC4AEC897}" sibTransId="{B8586082-61E7-4F09-9B82-EBB27409F20F}"/>
    <dgm:cxn modelId="{3B5D99D4-D240-4F21-A4A5-6095BA2D9032}" srcId="{FB203F01-5B56-4E0D-A73A-6EDD79F28C2D}" destId="{0CB966EC-0D21-4B91-A6FE-520DC724EDB1}" srcOrd="1" destOrd="0" parTransId="{168A05F9-BB87-436A-81DB-39C758B59F21}" sibTransId="{3464BD54-9EC3-45F7-8941-302EA0A46495}"/>
    <dgm:cxn modelId="{187DA7D8-59BA-4511-BACA-3B77622A6EC0}" type="presOf" srcId="{097B1D99-7DE0-4757-AC7E-E90DDF5B5EC1}" destId="{C3C5883F-CF39-4A06-A3E8-E99FD37A8138}" srcOrd="0" destOrd="1" presId="urn:microsoft.com/office/officeart/2018/2/layout/IconVerticalSolidList"/>
    <dgm:cxn modelId="{3EB7E8DC-93EC-4EC1-8E8E-6A0D2FCA2282}" type="presOf" srcId="{212C5CF5-8472-45A6-BA86-F0EDD74CA2B2}" destId="{D7832A86-93FC-4CCF-95D6-51A94384610B}" srcOrd="0" destOrd="0" presId="urn:microsoft.com/office/officeart/2018/2/layout/IconVerticalSolidList"/>
    <dgm:cxn modelId="{9FFE86FB-DF26-42DF-9A22-E855440063FD}" srcId="{FB203F01-5B56-4E0D-A73A-6EDD79F28C2D}" destId="{8CDBA18C-B39B-45F4-BA3C-F3DC201CCF07}" srcOrd="2" destOrd="0" parTransId="{2D6096F7-94D3-4862-8DB7-C03ECB3ED7E0}" sibTransId="{F08BB9CD-6CA2-46AB-ABF2-E8203E9B427E}"/>
    <dgm:cxn modelId="{2A7AC560-2AED-4078-B367-A64255D7C83A}" type="presParOf" srcId="{713D7172-C52B-4764-A9E4-AC31C728B119}" destId="{2DF3D404-F298-4F25-AD65-9D58CE320ADF}" srcOrd="0" destOrd="0" presId="urn:microsoft.com/office/officeart/2018/2/layout/IconVerticalSolidList"/>
    <dgm:cxn modelId="{1FB96120-16B8-4EF1-AE38-68446CF54648}" type="presParOf" srcId="{2DF3D404-F298-4F25-AD65-9D58CE320ADF}" destId="{62A44A94-608C-475E-BAE4-A2F916547FC5}" srcOrd="0" destOrd="0" presId="urn:microsoft.com/office/officeart/2018/2/layout/IconVerticalSolidList"/>
    <dgm:cxn modelId="{34C7D383-E294-494F-9624-82197744002A}" type="presParOf" srcId="{2DF3D404-F298-4F25-AD65-9D58CE320ADF}" destId="{DAD03FF8-87B7-4464-AAF7-847CBD78FE86}" srcOrd="1" destOrd="0" presId="urn:microsoft.com/office/officeart/2018/2/layout/IconVerticalSolidList"/>
    <dgm:cxn modelId="{08B7A46C-C3FA-43B9-B2AE-B6BFB8C7CF15}" type="presParOf" srcId="{2DF3D404-F298-4F25-AD65-9D58CE320ADF}" destId="{6050ED21-FA9C-439C-9ABA-B98C4175EA68}" srcOrd="2" destOrd="0" presId="urn:microsoft.com/office/officeart/2018/2/layout/IconVerticalSolidList"/>
    <dgm:cxn modelId="{93D11992-0EBE-4014-8ED0-4008959EA480}" type="presParOf" srcId="{2DF3D404-F298-4F25-AD65-9D58CE320ADF}" destId="{FA5275C7-5678-44C4-8530-CF92C43277F8}" srcOrd="3" destOrd="0" presId="urn:microsoft.com/office/officeart/2018/2/layout/IconVerticalSolidList"/>
    <dgm:cxn modelId="{B9FB9013-EC32-45D5-98B8-B966757BD55C}" type="presParOf" srcId="{713D7172-C52B-4764-A9E4-AC31C728B119}" destId="{C045AFC9-D0D0-4729-B8EF-3E0FE05FA971}" srcOrd="1" destOrd="0" presId="urn:microsoft.com/office/officeart/2018/2/layout/IconVerticalSolidList"/>
    <dgm:cxn modelId="{24F0BEE7-35AA-4503-9450-75F483254B78}" type="presParOf" srcId="{713D7172-C52B-4764-A9E4-AC31C728B119}" destId="{42C6DDFE-39FB-417B-8F6D-57A0BA724021}" srcOrd="2" destOrd="0" presId="urn:microsoft.com/office/officeart/2018/2/layout/IconVerticalSolidList"/>
    <dgm:cxn modelId="{910C6604-7E73-4E02-8EA4-8158D6DDAA8A}" type="presParOf" srcId="{42C6DDFE-39FB-417B-8F6D-57A0BA724021}" destId="{77ACA046-54B1-4193-BF47-CD69382AEDBB}" srcOrd="0" destOrd="0" presId="urn:microsoft.com/office/officeart/2018/2/layout/IconVerticalSolidList"/>
    <dgm:cxn modelId="{D01E9759-FA4A-4EE4-B93C-8DE777586DC7}" type="presParOf" srcId="{42C6DDFE-39FB-417B-8F6D-57A0BA724021}" destId="{4EC9B0FF-1B2F-4FEB-B213-3DCE0A05AEF3}" srcOrd="1" destOrd="0" presId="urn:microsoft.com/office/officeart/2018/2/layout/IconVerticalSolidList"/>
    <dgm:cxn modelId="{CCE3D963-5F88-4C03-8701-0953B2C17F41}" type="presParOf" srcId="{42C6DDFE-39FB-417B-8F6D-57A0BA724021}" destId="{2CEDA0D0-0942-493A-901A-438E1DA7B749}" srcOrd="2" destOrd="0" presId="urn:microsoft.com/office/officeart/2018/2/layout/IconVerticalSolidList"/>
    <dgm:cxn modelId="{E5B3AB16-6366-4723-B31C-5AA1CE821D19}" type="presParOf" srcId="{42C6DDFE-39FB-417B-8F6D-57A0BA724021}" destId="{E4E811C8-7BB4-4341-81CC-5727C2945388}" srcOrd="3" destOrd="0" presId="urn:microsoft.com/office/officeart/2018/2/layout/IconVerticalSolidList"/>
    <dgm:cxn modelId="{3A377D23-3E93-4B42-8EB2-EB23DECF99FB}" type="presParOf" srcId="{713D7172-C52B-4764-A9E4-AC31C728B119}" destId="{1C0F4D4B-23DF-43D0-B7C5-9FE914919DB0}" srcOrd="3" destOrd="0" presId="urn:microsoft.com/office/officeart/2018/2/layout/IconVerticalSolidList"/>
    <dgm:cxn modelId="{8AAEDB7E-4E88-46B5-86DF-0A11F905AFCD}" type="presParOf" srcId="{713D7172-C52B-4764-A9E4-AC31C728B119}" destId="{E24D1A5D-F796-4DC2-9DE3-070D2240835B}" srcOrd="4" destOrd="0" presId="urn:microsoft.com/office/officeart/2018/2/layout/IconVerticalSolidList"/>
    <dgm:cxn modelId="{A9042D26-C380-44DD-B2E8-76BAFBFFA9FA}" type="presParOf" srcId="{E24D1A5D-F796-4DC2-9DE3-070D2240835B}" destId="{B554EE15-773D-4B39-9D66-20F8E012368F}" srcOrd="0" destOrd="0" presId="urn:microsoft.com/office/officeart/2018/2/layout/IconVerticalSolidList"/>
    <dgm:cxn modelId="{09DBAF71-07E0-482B-BE04-8A57CB9DB3A2}" type="presParOf" srcId="{E24D1A5D-F796-4DC2-9DE3-070D2240835B}" destId="{12CC8413-E572-43EF-A9D8-D79B67459C59}" srcOrd="1" destOrd="0" presId="urn:microsoft.com/office/officeart/2018/2/layout/IconVerticalSolidList"/>
    <dgm:cxn modelId="{A26E34AE-90F1-48A0-BF0F-67D7E6F2E1D4}" type="presParOf" srcId="{E24D1A5D-F796-4DC2-9DE3-070D2240835B}" destId="{F94839DA-2B75-4DDC-9B00-5ADC0A762453}" srcOrd="2" destOrd="0" presId="urn:microsoft.com/office/officeart/2018/2/layout/IconVerticalSolidList"/>
    <dgm:cxn modelId="{9C948784-8D4D-4C8F-8A04-E3CADC43BC05}" type="presParOf" srcId="{E24D1A5D-F796-4DC2-9DE3-070D2240835B}" destId="{B0910C3F-45DD-4DF9-835E-1CFDD5BB9F93}" srcOrd="3" destOrd="0" presId="urn:microsoft.com/office/officeart/2018/2/layout/IconVerticalSolidList"/>
    <dgm:cxn modelId="{99BA7DB5-C8EA-41A1-AE19-9B4D2C5DA983}" type="presParOf" srcId="{713D7172-C52B-4764-A9E4-AC31C728B119}" destId="{13BD3378-B8AB-42DB-8D08-D4580C2E0C9C}" srcOrd="5" destOrd="0" presId="urn:microsoft.com/office/officeart/2018/2/layout/IconVerticalSolidList"/>
    <dgm:cxn modelId="{73555B10-6B00-4727-B4E4-7E560CDB84AA}" type="presParOf" srcId="{713D7172-C52B-4764-A9E4-AC31C728B119}" destId="{964C0D42-8C15-4F1A-BC61-6B2AB13CF2C9}" srcOrd="6" destOrd="0" presId="urn:microsoft.com/office/officeart/2018/2/layout/IconVerticalSolidList"/>
    <dgm:cxn modelId="{C83C924B-02AB-4628-ADD6-80573EF825BC}" type="presParOf" srcId="{964C0D42-8C15-4F1A-BC61-6B2AB13CF2C9}" destId="{D71431F1-983E-4E59-938C-B7F84CC4897E}" srcOrd="0" destOrd="0" presId="urn:microsoft.com/office/officeart/2018/2/layout/IconVerticalSolidList"/>
    <dgm:cxn modelId="{C4C0ABAC-2B0C-4230-939D-3791EB1CAF7F}" type="presParOf" srcId="{964C0D42-8C15-4F1A-BC61-6B2AB13CF2C9}" destId="{A5CDD9FF-B1E9-43C5-8F28-96A3E01ED357}" srcOrd="1" destOrd="0" presId="urn:microsoft.com/office/officeart/2018/2/layout/IconVerticalSolidList"/>
    <dgm:cxn modelId="{D8D9019D-6DC5-41B1-AC39-3242497D8113}" type="presParOf" srcId="{964C0D42-8C15-4F1A-BC61-6B2AB13CF2C9}" destId="{32484603-63B8-49B7-9F6E-4AAFE09E0BED}" srcOrd="2" destOrd="0" presId="urn:microsoft.com/office/officeart/2018/2/layout/IconVerticalSolidList"/>
    <dgm:cxn modelId="{68AA58BC-A833-4393-84EF-B38EF4B3D906}" type="presParOf" srcId="{964C0D42-8C15-4F1A-BC61-6B2AB13CF2C9}" destId="{D7832A86-93FC-4CCF-95D6-51A94384610B}" srcOrd="3" destOrd="0" presId="urn:microsoft.com/office/officeart/2018/2/layout/IconVerticalSolidList"/>
    <dgm:cxn modelId="{4DDBE017-0D5F-426E-8069-94BFAE524C9F}" type="presParOf" srcId="{713D7172-C52B-4764-A9E4-AC31C728B119}" destId="{0ABE6B29-2D1D-4514-99DD-8E288BEC81DE}" srcOrd="7" destOrd="0" presId="urn:microsoft.com/office/officeart/2018/2/layout/IconVerticalSolidList"/>
    <dgm:cxn modelId="{362C257F-8DB7-4534-89B7-BDB609AC387D}" type="presParOf" srcId="{713D7172-C52B-4764-A9E4-AC31C728B119}" destId="{C125255E-4875-41C1-B0C4-07023F8507A7}" srcOrd="8" destOrd="0" presId="urn:microsoft.com/office/officeart/2018/2/layout/IconVerticalSolidList"/>
    <dgm:cxn modelId="{CB4823F6-D6D1-4692-99FE-D47357D8177A}" type="presParOf" srcId="{C125255E-4875-41C1-B0C4-07023F8507A7}" destId="{EA3C552D-530F-483A-91D1-BA0273B906C7}" srcOrd="0" destOrd="0" presId="urn:microsoft.com/office/officeart/2018/2/layout/IconVerticalSolidList"/>
    <dgm:cxn modelId="{0ABE72A1-E912-48BB-9BDF-DC212D9625E8}" type="presParOf" srcId="{C125255E-4875-41C1-B0C4-07023F8507A7}" destId="{B195A1FD-10EC-4137-8F02-4C672E45AF63}" srcOrd="1" destOrd="0" presId="urn:microsoft.com/office/officeart/2018/2/layout/IconVerticalSolidList"/>
    <dgm:cxn modelId="{8AA04542-2DA3-49FA-BD13-6BE9052AD98F}" type="presParOf" srcId="{C125255E-4875-41C1-B0C4-07023F8507A7}" destId="{6E9FF55B-4FE6-41CC-939E-C4023A2DD5C0}" srcOrd="2" destOrd="0" presId="urn:microsoft.com/office/officeart/2018/2/layout/IconVerticalSolidList"/>
    <dgm:cxn modelId="{2F3BB600-2940-44EE-81B7-5EF8364FC8CE}" type="presParOf" srcId="{C125255E-4875-41C1-B0C4-07023F8507A7}" destId="{EB462C1E-B961-45D3-8A34-D4A93FBAA1A8}" srcOrd="3" destOrd="0" presId="urn:microsoft.com/office/officeart/2018/2/layout/IconVerticalSolidList"/>
    <dgm:cxn modelId="{90942182-1294-4A6D-BDFB-75423ECBE9F3}" type="presParOf" srcId="{C125255E-4875-41C1-B0C4-07023F8507A7}" destId="{C3C5883F-CF39-4A06-A3E8-E99FD37A8138}" srcOrd="4" destOrd="0" presId="urn:microsoft.com/office/officeart/2018/2/layout/IconVerticalSolidList"/>
    <dgm:cxn modelId="{010C0B78-BBD4-41C5-AE25-61269598C000}" type="presParOf" srcId="{713D7172-C52B-4764-A9E4-AC31C728B119}" destId="{556310E9-EC6D-4AE3-80F9-662C200017D0}" srcOrd="9" destOrd="0" presId="urn:microsoft.com/office/officeart/2018/2/layout/IconVerticalSolidList"/>
    <dgm:cxn modelId="{E660978F-0B87-417D-8280-72F3ADCFAF81}" type="presParOf" srcId="{713D7172-C52B-4764-A9E4-AC31C728B119}" destId="{D8A6E151-826D-4B6E-A39D-5058E8E5F794}" srcOrd="10" destOrd="0" presId="urn:microsoft.com/office/officeart/2018/2/layout/IconVerticalSolidList"/>
    <dgm:cxn modelId="{053B4438-4B97-49FF-B2DA-CFBB3E2AF525}" type="presParOf" srcId="{D8A6E151-826D-4B6E-A39D-5058E8E5F794}" destId="{F563EE94-B0AC-4AB0-A6BF-2460ADA16F78}" srcOrd="0" destOrd="0" presId="urn:microsoft.com/office/officeart/2018/2/layout/IconVerticalSolidList"/>
    <dgm:cxn modelId="{CC74E160-60A3-4B84-91D3-43003841D1E9}" type="presParOf" srcId="{D8A6E151-826D-4B6E-A39D-5058E8E5F794}" destId="{006A1BD3-CA73-4B45-BE9D-13262D3F87E6}" srcOrd="1" destOrd="0" presId="urn:microsoft.com/office/officeart/2018/2/layout/IconVerticalSolidList"/>
    <dgm:cxn modelId="{6F32CF16-99A1-4A5F-976A-6F89E5ADA5DB}" type="presParOf" srcId="{D8A6E151-826D-4B6E-A39D-5058E8E5F794}" destId="{0929D95F-6ED6-486F-832A-617F74B7A753}" srcOrd="2" destOrd="0" presId="urn:microsoft.com/office/officeart/2018/2/layout/IconVerticalSolidList"/>
    <dgm:cxn modelId="{3ED9B5C7-0311-4CE6-A57B-6A172883EB98}" type="presParOf" srcId="{D8A6E151-826D-4B6E-A39D-5058E8E5F794}" destId="{BC4926FC-96D1-45DC-8864-2E87553CFD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3C41EF-A4AA-4120-87B5-80ED23016029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CD971E3-DE22-43F3-B287-DCE6B9BE595F}">
      <dgm:prSet/>
      <dgm:spPr/>
      <dgm:t>
        <a:bodyPr/>
        <a:lstStyle/>
        <a:p>
          <a:r>
            <a:rPr lang="de-DE"/>
            <a:t>Innerhalb einer Woche: Gesprächsprotokoll an Fachdozenten und Auftraggeberschaft</a:t>
          </a:r>
          <a:endParaRPr lang="en-US"/>
        </a:p>
      </dgm:t>
    </dgm:pt>
    <dgm:pt modelId="{403AD3E9-12D0-4DDE-A7DE-D74A5FA8BFBE}" type="parTrans" cxnId="{F6BF07A5-1306-4DF5-8DAA-3843D4D186DA}">
      <dgm:prSet/>
      <dgm:spPr/>
      <dgm:t>
        <a:bodyPr/>
        <a:lstStyle/>
        <a:p>
          <a:endParaRPr lang="en-US"/>
        </a:p>
      </dgm:t>
    </dgm:pt>
    <dgm:pt modelId="{F387B1CA-ED38-48F3-8DC3-60D402228B50}" type="sibTrans" cxnId="{F6BF07A5-1306-4DF5-8DAA-3843D4D186DA}">
      <dgm:prSet/>
      <dgm:spPr/>
      <dgm:t>
        <a:bodyPr/>
        <a:lstStyle/>
        <a:p>
          <a:endParaRPr lang="en-US"/>
        </a:p>
      </dgm:t>
    </dgm:pt>
    <dgm:pt modelId="{DA658A0A-B854-442E-BDBE-90A8577D0DE0}">
      <dgm:prSet/>
      <dgm:spPr/>
      <dgm:t>
        <a:bodyPr/>
        <a:lstStyle/>
        <a:p>
          <a:r>
            <a:rPr lang="de-DE"/>
            <a:t>In 2-4 Wochen: Disposition</a:t>
          </a:r>
          <a:endParaRPr lang="en-US"/>
        </a:p>
      </dgm:t>
    </dgm:pt>
    <dgm:pt modelId="{E42E4510-1D4E-4C63-8F0A-0D69F1AABB15}" type="parTrans" cxnId="{9964968B-14F0-4F73-8583-042641A26998}">
      <dgm:prSet/>
      <dgm:spPr/>
      <dgm:t>
        <a:bodyPr/>
        <a:lstStyle/>
        <a:p>
          <a:endParaRPr lang="en-US"/>
        </a:p>
      </dgm:t>
    </dgm:pt>
    <dgm:pt modelId="{EB3BA7CE-6C58-4176-881E-DDAAAC564E51}" type="sibTrans" cxnId="{9964968B-14F0-4F73-8583-042641A26998}">
      <dgm:prSet/>
      <dgm:spPr/>
      <dgm:t>
        <a:bodyPr/>
        <a:lstStyle/>
        <a:p>
          <a:endParaRPr lang="en-US"/>
        </a:p>
      </dgm:t>
    </dgm:pt>
    <dgm:pt modelId="{66C6B153-EBF4-4124-84E2-B8749C320FC7}">
      <dgm:prSet/>
      <dgm:spPr/>
      <dgm:t>
        <a:bodyPr/>
        <a:lstStyle/>
        <a:p>
          <a:pPr>
            <a:buNone/>
          </a:pPr>
          <a:r>
            <a:rPr lang="de-CH" dirty="0"/>
            <a:t>Ausgangslage, Problemstellung</a:t>
          </a:r>
          <a:endParaRPr lang="en-US" dirty="0"/>
        </a:p>
      </dgm:t>
    </dgm:pt>
    <dgm:pt modelId="{74C3A97D-C5F7-4834-92E5-D533898D7FAA}" type="parTrans" cxnId="{2B41B942-C924-4E49-9CFB-0599765A6E01}">
      <dgm:prSet/>
      <dgm:spPr/>
      <dgm:t>
        <a:bodyPr/>
        <a:lstStyle/>
        <a:p>
          <a:endParaRPr lang="en-US"/>
        </a:p>
      </dgm:t>
    </dgm:pt>
    <dgm:pt modelId="{B2AA4272-1F68-4271-9F12-80E50BB243C4}" type="sibTrans" cxnId="{2B41B942-C924-4E49-9CFB-0599765A6E01}">
      <dgm:prSet/>
      <dgm:spPr/>
      <dgm:t>
        <a:bodyPr/>
        <a:lstStyle/>
        <a:p>
          <a:endParaRPr lang="en-US"/>
        </a:p>
      </dgm:t>
    </dgm:pt>
    <dgm:pt modelId="{3B815889-AAA9-4269-825A-6A8F89E684A5}">
      <dgm:prSet/>
      <dgm:spPr/>
      <dgm:t>
        <a:bodyPr/>
        <a:lstStyle/>
        <a:p>
          <a:pPr>
            <a:buNone/>
          </a:pPr>
          <a:r>
            <a:rPr lang="de-CH"/>
            <a:t>Zielsetzung</a:t>
          </a:r>
          <a:endParaRPr lang="en-US"/>
        </a:p>
      </dgm:t>
    </dgm:pt>
    <dgm:pt modelId="{A599F742-776D-4D30-85DB-7E25C33BFACC}" type="parTrans" cxnId="{3AD204F1-AC36-4D98-BD08-D61615F5AA06}">
      <dgm:prSet/>
      <dgm:spPr/>
      <dgm:t>
        <a:bodyPr/>
        <a:lstStyle/>
        <a:p>
          <a:endParaRPr lang="en-US"/>
        </a:p>
      </dgm:t>
    </dgm:pt>
    <dgm:pt modelId="{9AA08DDF-0970-4D55-A9FC-FFBDDD648D1D}" type="sibTrans" cxnId="{3AD204F1-AC36-4D98-BD08-D61615F5AA06}">
      <dgm:prSet/>
      <dgm:spPr/>
      <dgm:t>
        <a:bodyPr/>
        <a:lstStyle/>
        <a:p>
          <a:endParaRPr lang="en-US"/>
        </a:p>
      </dgm:t>
    </dgm:pt>
    <dgm:pt modelId="{AB9A70A0-88C8-4909-992A-F05D968476B0}">
      <dgm:prSet/>
      <dgm:spPr/>
      <dgm:t>
        <a:bodyPr/>
        <a:lstStyle/>
        <a:p>
          <a:pPr>
            <a:buNone/>
          </a:pPr>
          <a:r>
            <a:rPr lang="de-CH"/>
            <a:t>Erste Ergebnisse der Literaturrecherche</a:t>
          </a:r>
          <a:endParaRPr lang="en-US"/>
        </a:p>
      </dgm:t>
    </dgm:pt>
    <dgm:pt modelId="{60C0DB5C-24FA-409E-9F4B-4E21F4CA68AD}" type="parTrans" cxnId="{B2E4FC20-C574-4609-8EA5-3B3957709DAB}">
      <dgm:prSet/>
      <dgm:spPr/>
      <dgm:t>
        <a:bodyPr/>
        <a:lstStyle/>
        <a:p>
          <a:endParaRPr lang="en-US"/>
        </a:p>
      </dgm:t>
    </dgm:pt>
    <dgm:pt modelId="{25726483-9780-4D63-8415-A9E1482C474F}" type="sibTrans" cxnId="{B2E4FC20-C574-4609-8EA5-3B3957709DAB}">
      <dgm:prSet/>
      <dgm:spPr/>
      <dgm:t>
        <a:bodyPr/>
        <a:lstStyle/>
        <a:p>
          <a:endParaRPr lang="en-US"/>
        </a:p>
      </dgm:t>
    </dgm:pt>
    <dgm:pt modelId="{4FEF573B-9EF5-4DD7-9D3A-82BFE4AC22D6}">
      <dgm:prSet/>
      <dgm:spPr/>
      <dgm:t>
        <a:bodyPr/>
        <a:lstStyle/>
        <a:p>
          <a:pPr>
            <a:buNone/>
          </a:pPr>
          <a:r>
            <a:rPr lang="de-CH"/>
            <a:t>Vorgehen/Methodenwahl</a:t>
          </a:r>
          <a:endParaRPr lang="en-US"/>
        </a:p>
      </dgm:t>
    </dgm:pt>
    <dgm:pt modelId="{395EE29C-62EC-46A6-B8BC-BE28009E1317}" type="parTrans" cxnId="{E1A4F6E9-35EC-417D-9382-79244C7FD22C}">
      <dgm:prSet/>
      <dgm:spPr/>
      <dgm:t>
        <a:bodyPr/>
        <a:lstStyle/>
        <a:p>
          <a:endParaRPr lang="en-US"/>
        </a:p>
      </dgm:t>
    </dgm:pt>
    <dgm:pt modelId="{46FB0459-D675-4714-99CB-35E715455C47}" type="sibTrans" cxnId="{E1A4F6E9-35EC-417D-9382-79244C7FD22C}">
      <dgm:prSet/>
      <dgm:spPr/>
      <dgm:t>
        <a:bodyPr/>
        <a:lstStyle/>
        <a:p>
          <a:endParaRPr lang="en-US"/>
        </a:p>
      </dgm:t>
    </dgm:pt>
    <dgm:pt modelId="{A31341A0-F9B5-467F-9FE9-7441B4BCE2BB}">
      <dgm:prSet/>
      <dgm:spPr/>
      <dgm:t>
        <a:bodyPr/>
        <a:lstStyle/>
        <a:p>
          <a:pPr>
            <a:buNone/>
          </a:pPr>
          <a:r>
            <a:rPr lang="de-CH" dirty="0"/>
            <a:t>Erwarteter Nutzen</a:t>
          </a:r>
          <a:endParaRPr lang="en-US" dirty="0"/>
        </a:p>
      </dgm:t>
    </dgm:pt>
    <dgm:pt modelId="{42198B10-B73F-438F-A2E9-0FC3AA41EAF2}" type="parTrans" cxnId="{41B80299-FCB7-44FA-BCC8-FA9F60EB0D36}">
      <dgm:prSet/>
      <dgm:spPr/>
      <dgm:t>
        <a:bodyPr/>
        <a:lstStyle/>
        <a:p>
          <a:endParaRPr lang="en-US"/>
        </a:p>
      </dgm:t>
    </dgm:pt>
    <dgm:pt modelId="{15B8C741-3DCE-4C5D-B7E9-EA955B6709D6}" type="sibTrans" cxnId="{41B80299-FCB7-44FA-BCC8-FA9F60EB0D36}">
      <dgm:prSet/>
      <dgm:spPr/>
      <dgm:t>
        <a:bodyPr/>
        <a:lstStyle/>
        <a:p>
          <a:endParaRPr lang="en-US"/>
        </a:p>
      </dgm:t>
    </dgm:pt>
    <dgm:pt modelId="{7EDD9421-2360-4147-9B2B-B61F3D11F16F}">
      <dgm:prSet/>
      <dgm:spPr/>
      <dgm:t>
        <a:bodyPr/>
        <a:lstStyle/>
        <a:p>
          <a:pPr>
            <a:buNone/>
          </a:pPr>
          <a:endParaRPr lang="en-US"/>
        </a:p>
      </dgm:t>
    </dgm:pt>
    <dgm:pt modelId="{B6C6D9A5-D50A-4035-BC68-F1927910FB08}" type="parTrans" cxnId="{65F7BBD7-6A71-46E7-AAC4-3366E89831EA}">
      <dgm:prSet/>
      <dgm:spPr/>
      <dgm:t>
        <a:bodyPr/>
        <a:lstStyle/>
        <a:p>
          <a:endParaRPr lang="de-CH"/>
        </a:p>
      </dgm:t>
    </dgm:pt>
    <dgm:pt modelId="{486951D1-C712-4FCE-879D-005142AFEF96}" type="sibTrans" cxnId="{65F7BBD7-6A71-46E7-AAC4-3366E89831EA}">
      <dgm:prSet/>
      <dgm:spPr/>
      <dgm:t>
        <a:bodyPr/>
        <a:lstStyle/>
        <a:p>
          <a:endParaRPr lang="de-CH"/>
        </a:p>
      </dgm:t>
    </dgm:pt>
    <dgm:pt modelId="{FF785776-AE48-4EE0-98DB-E333D177812F}">
      <dgm:prSet/>
      <dgm:spPr/>
      <dgm:t>
        <a:bodyPr/>
        <a:lstStyle/>
        <a:p>
          <a:pPr>
            <a:buNone/>
          </a:pPr>
          <a:endParaRPr lang="en-US"/>
        </a:p>
      </dgm:t>
    </dgm:pt>
    <dgm:pt modelId="{BD0EAF94-F8FD-4858-84A1-40F713183730}" type="parTrans" cxnId="{9148CCD4-354E-4AA5-85DD-174E2E50009C}">
      <dgm:prSet/>
      <dgm:spPr/>
      <dgm:t>
        <a:bodyPr/>
        <a:lstStyle/>
        <a:p>
          <a:endParaRPr lang="de-CH"/>
        </a:p>
      </dgm:t>
    </dgm:pt>
    <dgm:pt modelId="{2A32CACD-2F7A-4F81-8D15-62DB6BB041CB}" type="sibTrans" cxnId="{9148CCD4-354E-4AA5-85DD-174E2E50009C}">
      <dgm:prSet/>
      <dgm:spPr/>
      <dgm:t>
        <a:bodyPr/>
        <a:lstStyle/>
        <a:p>
          <a:endParaRPr lang="de-CH"/>
        </a:p>
      </dgm:t>
    </dgm:pt>
    <dgm:pt modelId="{549D82A2-F317-4930-8003-9FAF44CFD4DA}">
      <dgm:prSet/>
      <dgm:spPr/>
      <dgm:t>
        <a:bodyPr/>
        <a:lstStyle/>
        <a:p>
          <a:pPr>
            <a:buNone/>
          </a:pPr>
          <a:r>
            <a:rPr lang="de-CH" dirty="0"/>
            <a:t>Zentrale Meilensteine</a:t>
          </a:r>
          <a:endParaRPr lang="en-US" dirty="0"/>
        </a:p>
      </dgm:t>
    </dgm:pt>
    <dgm:pt modelId="{4590C71C-4C01-4F3D-A27E-794B95DE5FE1}" type="parTrans" cxnId="{AA19CE15-3D91-4487-A037-C17685F4FE70}">
      <dgm:prSet/>
      <dgm:spPr/>
      <dgm:t>
        <a:bodyPr/>
        <a:lstStyle/>
        <a:p>
          <a:endParaRPr lang="de-CH"/>
        </a:p>
      </dgm:t>
    </dgm:pt>
    <dgm:pt modelId="{1A14FA74-7709-4BF9-B2AB-0D7B28CE5729}" type="sibTrans" cxnId="{AA19CE15-3D91-4487-A037-C17685F4FE70}">
      <dgm:prSet/>
      <dgm:spPr/>
      <dgm:t>
        <a:bodyPr/>
        <a:lstStyle/>
        <a:p>
          <a:endParaRPr lang="de-CH"/>
        </a:p>
      </dgm:t>
    </dgm:pt>
    <dgm:pt modelId="{CD4CD8B5-8163-4119-9360-F6E87ACF13B6}" type="pres">
      <dgm:prSet presAssocID="{953C41EF-A4AA-4120-87B5-80ED23016029}" presName="linear" presStyleCnt="0">
        <dgm:presLayoutVars>
          <dgm:dir/>
          <dgm:animLvl val="lvl"/>
          <dgm:resizeHandles val="exact"/>
        </dgm:presLayoutVars>
      </dgm:prSet>
      <dgm:spPr/>
    </dgm:pt>
    <dgm:pt modelId="{D4F24F00-A81F-4AED-B0F8-332441858139}" type="pres">
      <dgm:prSet presAssocID="{9CD971E3-DE22-43F3-B287-DCE6B9BE595F}" presName="parentLin" presStyleCnt="0"/>
      <dgm:spPr/>
    </dgm:pt>
    <dgm:pt modelId="{0EC23BE9-4323-4541-BE01-66433CA7B340}" type="pres">
      <dgm:prSet presAssocID="{9CD971E3-DE22-43F3-B287-DCE6B9BE595F}" presName="parentLeftMargin" presStyleLbl="node1" presStyleIdx="0" presStyleCnt="2"/>
      <dgm:spPr/>
    </dgm:pt>
    <dgm:pt modelId="{E46CEC95-EC75-4496-9122-6AC22EB2EB1C}" type="pres">
      <dgm:prSet presAssocID="{9CD971E3-DE22-43F3-B287-DCE6B9BE595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5373251-440A-42E2-9594-BF16164F8C7E}" type="pres">
      <dgm:prSet presAssocID="{9CD971E3-DE22-43F3-B287-DCE6B9BE595F}" presName="negativeSpace" presStyleCnt="0"/>
      <dgm:spPr/>
    </dgm:pt>
    <dgm:pt modelId="{88944D73-592F-4323-AAFA-D3D0114670BC}" type="pres">
      <dgm:prSet presAssocID="{9CD971E3-DE22-43F3-B287-DCE6B9BE595F}" presName="childText" presStyleLbl="conFgAcc1" presStyleIdx="0" presStyleCnt="2">
        <dgm:presLayoutVars>
          <dgm:bulletEnabled val="1"/>
        </dgm:presLayoutVars>
      </dgm:prSet>
      <dgm:spPr/>
    </dgm:pt>
    <dgm:pt modelId="{AEE3DFE3-5222-4627-9D63-98D7793399FE}" type="pres">
      <dgm:prSet presAssocID="{F387B1CA-ED38-48F3-8DC3-60D402228B50}" presName="spaceBetweenRectangles" presStyleCnt="0"/>
      <dgm:spPr/>
    </dgm:pt>
    <dgm:pt modelId="{FD56C0E0-27A1-4D67-A86B-347ECF324255}" type="pres">
      <dgm:prSet presAssocID="{DA658A0A-B854-442E-BDBE-90A8577D0DE0}" presName="parentLin" presStyleCnt="0"/>
      <dgm:spPr/>
    </dgm:pt>
    <dgm:pt modelId="{E802AD2B-E231-4928-B5B6-F2F483AA6350}" type="pres">
      <dgm:prSet presAssocID="{DA658A0A-B854-442E-BDBE-90A8577D0DE0}" presName="parentLeftMargin" presStyleLbl="node1" presStyleIdx="0" presStyleCnt="2"/>
      <dgm:spPr/>
    </dgm:pt>
    <dgm:pt modelId="{0C6C3C53-2F86-4FE7-9F86-99E92BCE8966}" type="pres">
      <dgm:prSet presAssocID="{DA658A0A-B854-442E-BDBE-90A8577D0DE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C67BBE5-8A09-40E7-BA94-3678A734421C}" type="pres">
      <dgm:prSet presAssocID="{DA658A0A-B854-442E-BDBE-90A8577D0DE0}" presName="negativeSpace" presStyleCnt="0"/>
      <dgm:spPr/>
    </dgm:pt>
    <dgm:pt modelId="{6AD52EDA-9925-4CA4-9749-23F67E7438BA}" type="pres">
      <dgm:prSet presAssocID="{DA658A0A-B854-442E-BDBE-90A8577D0DE0}" presName="childText" presStyleLbl="conFgAcc1" presStyleIdx="1" presStyleCnt="2" custLinFactNeighborX="1159" custLinFactNeighborY="-6716">
        <dgm:presLayoutVars>
          <dgm:bulletEnabled val="1"/>
        </dgm:presLayoutVars>
      </dgm:prSet>
      <dgm:spPr/>
    </dgm:pt>
  </dgm:ptLst>
  <dgm:cxnLst>
    <dgm:cxn modelId="{38917C13-901D-4A4D-B9CA-4AA53F051DFC}" type="presOf" srcId="{AB9A70A0-88C8-4909-992A-F05D968476B0}" destId="{6AD52EDA-9925-4CA4-9749-23F67E7438BA}" srcOrd="0" destOrd="2" presId="urn:microsoft.com/office/officeart/2005/8/layout/list1"/>
    <dgm:cxn modelId="{AA19CE15-3D91-4487-A037-C17685F4FE70}" srcId="{DA658A0A-B854-442E-BDBE-90A8577D0DE0}" destId="{549D82A2-F317-4930-8003-9FAF44CFD4DA}" srcOrd="5" destOrd="0" parTransId="{4590C71C-4C01-4F3D-A27E-794B95DE5FE1}" sibTransId="{1A14FA74-7709-4BF9-B2AB-0D7B28CE5729}"/>
    <dgm:cxn modelId="{590ED51F-A9CE-4E4C-8DD4-8E909D721AA7}" type="presOf" srcId="{9CD971E3-DE22-43F3-B287-DCE6B9BE595F}" destId="{0EC23BE9-4323-4541-BE01-66433CA7B340}" srcOrd="0" destOrd="0" presId="urn:microsoft.com/office/officeart/2005/8/layout/list1"/>
    <dgm:cxn modelId="{B2E4FC20-C574-4609-8EA5-3B3957709DAB}" srcId="{DA658A0A-B854-442E-BDBE-90A8577D0DE0}" destId="{AB9A70A0-88C8-4909-992A-F05D968476B0}" srcOrd="2" destOrd="0" parTransId="{60C0DB5C-24FA-409E-9F4B-4E21F4CA68AD}" sibTransId="{25726483-9780-4D63-8415-A9E1482C474F}"/>
    <dgm:cxn modelId="{3B8D603C-767B-4529-85EF-838781ED50AD}" type="presOf" srcId="{DA658A0A-B854-442E-BDBE-90A8577D0DE0}" destId="{0C6C3C53-2F86-4FE7-9F86-99E92BCE8966}" srcOrd="1" destOrd="0" presId="urn:microsoft.com/office/officeart/2005/8/layout/list1"/>
    <dgm:cxn modelId="{9EC8613C-805C-45B6-BEF0-000EAAB3AA01}" type="presOf" srcId="{953C41EF-A4AA-4120-87B5-80ED23016029}" destId="{CD4CD8B5-8163-4119-9360-F6E87ACF13B6}" srcOrd="0" destOrd="0" presId="urn:microsoft.com/office/officeart/2005/8/layout/list1"/>
    <dgm:cxn modelId="{90115462-C58D-4D91-886F-321A7EF086BB}" type="presOf" srcId="{9CD971E3-DE22-43F3-B287-DCE6B9BE595F}" destId="{E46CEC95-EC75-4496-9122-6AC22EB2EB1C}" srcOrd="1" destOrd="0" presId="urn:microsoft.com/office/officeart/2005/8/layout/list1"/>
    <dgm:cxn modelId="{2B41B942-C924-4E49-9CFB-0599765A6E01}" srcId="{DA658A0A-B854-442E-BDBE-90A8577D0DE0}" destId="{66C6B153-EBF4-4124-84E2-B8749C320FC7}" srcOrd="0" destOrd="0" parTransId="{74C3A97D-C5F7-4834-92E5-D533898D7FAA}" sibTransId="{B2AA4272-1F68-4271-9F12-80E50BB243C4}"/>
    <dgm:cxn modelId="{08E37554-111A-4845-8680-59692BD282C9}" type="presOf" srcId="{DA658A0A-B854-442E-BDBE-90A8577D0DE0}" destId="{E802AD2B-E231-4928-B5B6-F2F483AA6350}" srcOrd="0" destOrd="0" presId="urn:microsoft.com/office/officeart/2005/8/layout/list1"/>
    <dgm:cxn modelId="{26897A59-1624-4BE3-91CB-69E5F4616A7A}" type="presOf" srcId="{A31341A0-F9B5-467F-9FE9-7441B4BCE2BB}" destId="{6AD52EDA-9925-4CA4-9749-23F67E7438BA}" srcOrd="0" destOrd="4" presId="urn:microsoft.com/office/officeart/2005/8/layout/list1"/>
    <dgm:cxn modelId="{9964968B-14F0-4F73-8583-042641A26998}" srcId="{953C41EF-A4AA-4120-87B5-80ED23016029}" destId="{DA658A0A-B854-442E-BDBE-90A8577D0DE0}" srcOrd="1" destOrd="0" parTransId="{E42E4510-1D4E-4C63-8F0A-0D69F1AABB15}" sibTransId="{EB3BA7CE-6C58-4176-881E-DDAAAC564E51}"/>
    <dgm:cxn modelId="{41B80299-FCB7-44FA-BCC8-FA9F60EB0D36}" srcId="{DA658A0A-B854-442E-BDBE-90A8577D0DE0}" destId="{A31341A0-F9B5-467F-9FE9-7441B4BCE2BB}" srcOrd="4" destOrd="0" parTransId="{42198B10-B73F-438F-A2E9-0FC3AA41EAF2}" sibTransId="{15B8C741-3DCE-4C5D-B7E9-EA955B6709D6}"/>
    <dgm:cxn modelId="{1F07EF99-6697-41DF-BCB5-6CF7C9B609A4}" type="presOf" srcId="{7EDD9421-2360-4147-9B2B-B61F3D11F16F}" destId="{6AD52EDA-9925-4CA4-9749-23F67E7438BA}" srcOrd="0" destOrd="7" presId="urn:microsoft.com/office/officeart/2005/8/layout/list1"/>
    <dgm:cxn modelId="{F6BF07A5-1306-4DF5-8DAA-3843D4D186DA}" srcId="{953C41EF-A4AA-4120-87B5-80ED23016029}" destId="{9CD971E3-DE22-43F3-B287-DCE6B9BE595F}" srcOrd="0" destOrd="0" parTransId="{403AD3E9-12D0-4DDE-A7DE-D74A5FA8BFBE}" sibTransId="{F387B1CA-ED38-48F3-8DC3-60D402228B50}"/>
    <dgm:cxn modelId="{299A53B7-6854-4BC6-8FD1-EFE9AA5C2BFD}" type="presOf" srcId="{3B815889-AAA9-4269-825A-6A8F89E684A5}" destId="{6AD52EDA-9925-4CA4-9749-23F67E7438BA}" srcOrd="0" destOrd="1" presId="urn:microsoft.com/office/officeart/2005/8/layout/list1"/>
    <dgm:cxn modelId="{3D1E41BA-9106-4DD6-8D5C-3902C55042A0}" type="presOf" srcId="{66C6B153-EBF4-4124-84E2-B8749C320FC7}" destId="{6AD52EDA-9925-4CA4-9749-23F67E7438BA}" srcOrd="0" destOrd="0" presId="urn:microsoft.com/office/officeart/2005/8/layout/list1"/>
    <dgm:cxn modelId="{9148CCD4-354E-4AA5-85DD-174E2E50009C}" srcId="{DA658A0A-B854-442E-BDBE-90A8577D0DE0}" destId="{FF785776-AE48-4EE0-98DB-E333D177812F}" srcOrd="6" destOrd="0" parTransId="{BD0EAF94-F8FD-4858-84A1-40F713183730}" sibTransId="{2A32CACD-2F7A-4F81-8D15-62DB6BB041CB}"/>
    <dgm:cxn modelId="{65F7BBD7-6A71-46E7-AAC4-3366E89831EA}" srcId="{DA658A0A-B854-442E-BDBE-90A8577D0DE0}" destId="{7EDD9421-2360-4147-9B2B-B61F3D11F16F}" srcOrd="7" destOrd="0" parTransId="{B6C6D9A5-D50A-4035-BC68-F1927910FB08}" sibTransId="{486951D1-C712-4FCE-879D-005142AFEF96}"/>
    <dgm:cxn modelId="{9B3EF2E3-F918-499E-9133-965922C89C89}" type="presOf" srcId="{4FEF573B-9EF5-4DD7-9D3A-82BFE4AC22D6}" destId="{6AD52EDA-9925-4CA4-9749-23F67E7438BA}" srcOrd="0" destOrd="3" presId="urn:microsoft.com/office/officeart/2005/8/layout/list1"/>
    <dgm:cxn modelId="{DA3078E7-C206-4A59-8CF8-6EF57A7C3675}" type="presOf" srcId="{FF785776-AE48-4EE0-98DB-E333D177812F}" destId="{6AD52EDA-9925-4CA4-9749-23F67E7438BA}" srcOrd="0" destOrd="6" presId="urn:microsoft.com/office/officeart/2005/8/layout/list1"/>
    <dgm:cxn modelId="{E1A4F6E9-35EC-417D-9382-79244C7FD22C}" srcId="{DA658A0A-B854-442E-BDBE-90A8577D0DE0}" destId="{4FEF573B-9EF5-4DD7-9D3A-82BFE4AC22D6}" srcOrd="3" destOrd="0" parTransId="{395EE29C-62EC-46A6-B8BC-BE28009E1317}" sibTransId="{46FB0459-D675-4714-99CB-35E715455C47}"/>
    <dgm:cxn modelId="{3AD204F1-AC36-4D98-BD08-D61615F5AA06}" srcId="{DA658A0A-B854-442E-BDBE-90A8577D0DE0}" destId="{3B815889-AAA9-4269-825A-6A8F89E684A5}" srcOrd="1" destOrd="0" parTransId="{A599F742-776D-4D30-85DB-7E25C33BFACC}" sibTransId="{9AA08DDF-0970-4D55-A9FC-FFBDDD648D1D}"/>
    <dgm:cxn modelId="{7920A3FE-BE7E-48A7-9B49-4028D93834E7}" type="presOf" srcId="{549D82A2-F317-4930-8003-9FAF44CFD4DA}" destId="{6AD52EDA-9925-4CA4-9749-23F67E7438BA}" srcOrd="0" destOrd="5" presId="urn:microsoft.com/office/officeart/2005/8/layout/list1"/>
    <dgm:cxn modelId="{160D75F9-EC75-41D6-BC2A-B6C9450EB5A0}" type="presParOf" srcId="{CD4CD8B5-8163-4119-9360-F6E87ACF13B6}" destId="{D4F24F00-A81F-4AED-B0F8-332441858139}" srcOrd="0" destOrd="0" presId="urn:microsoft.com/office/officeart/2005/8/layout/list1"/>
    <dgm:cxn modelId="{B42B13F2-BEDA-4307-8871-B2F28A66EFAB}" type="presParOf" srcId="{D4F24F00-A81F-4AED-B0F8-332441858139}" destId="{0EC23BE9-4323-4541-BE01-66433CA7B340}" srcOrd="0" destOrd="0" presId="urn:microsoft.com/office/officeart/2005/8/layout/list1"/>
    <dgm:cxn modelId="{83CCA142-75C4-4CD1-A297-8D0508E799E9}" type="presParOf" srcId="{D4F24F00-A81F-4AED-B0F8-332441858139}" destId="{E46CEC95-EC75-4496-9122-6AC22EB2EB1C}" srcOrd="1" destOrd="0" presId="urn:microsoft.com/office/officeart/2005/8/layout/list1"/>
    <dgm:cxn modelId="{1A0E98B5-E8D1-4ED5-8EA9-152EEFDBE131}" type="presParOf" srcId="{CD4CD8B5-8163-4119-9360-F6E87ACF13B6}" destId="{A5373251-440A-42E2-9594-BF16164F8C7E}" srcOrd="1" destOrd="0" presId="urn:microsoft.com/office/officeart/2005/8/layout/list1"/>
    <dgm:cxn modelId="{3823A223-76D9-496D-87EB-B7E68BF85A74}" type="presParOf" srcId="{CD4CD8B5-8163-4119-9360-F6E87ACF13B6}" destId="{88944D73-592F-4323-AAFA-D3D0114670BC}" srcOrd="2" destOrd="0" presId="urn:microsoft.com/office/officeart/2005/8/layout/list1"/>
    <dgm:cxn modelId="{40FBE4F6-D3DC-4F40-8B0E-919C75778414}" type="presParOf" srcId="{CD4CD8B5-8163-4119-9360-F6E87ACF13B6}" destId="{AEE3DFE3-5222-4627-9D63-98D7793399FE}" srcOrd="3" destOrd="0" presId="urn:microsoft.com/office/officeart/2005/8/layout/list1"/>
    <dgm:cxn modelId="{9DB5EA1F-02C4-4D90-B6E8-0A286DD6B69D}" type="presParOf" srcId="{CD4CD8B5-8163-4119-9360-F6E87ACF13B6}" destId="{FD56C0E0-27A1-4D67-A86B-347ECF324255}" srcOrd="4" destOrd="0" presId="urn:microsoft.com/office/officeart/2005/8/layout/list1"/>
    <dgm:cxn modelId="{A660C5E6-89C6-46C7-8716-3B3788212873}" type="presParOf" srcId="{FD56C0E0-27A1-4D67-A86B-347ECF324255}" destId="{E802AD2B-E231-4928-B5B6-F2F483AA6350}" srcOrd="0" destOrd="0" presId="urn:microsoft.com/office/officeart/2005/8/layout/list1"/>
    <dgm:cxn modelId="{4AB29DEF-E967-44D9-94F2-4247BC0A7150}" type="presParOf" srcId="{FD56C0E0-27A1-4D67-A86B-347ECF324255}" destId="{0C6C3C53-2F86-4FE7-9F86-99E92BCE8966}" srcOrd="1" destOrd="0" presId="urn:microsoft.com/office/officeart/2005/8/layout/list1"/>
    <dgm:cxn modelId="{4ECFDF2E-AD1D-47AF-97B2-6F6592A6E465}" type="presParOf" srcId="{CD4CD8B5-8163-4119-9360-F6E87ACF13B6}" destId="{3C67BBE5-8A09-40E7-BA94-3678A734421C}" srcOrd="5" destOrd="0" presId="urn:microsoft.com/office/officeart/2005/8/layout/list1"/>
    <dgm:cxn modelId="{C876EA7D-3FB6-4CF8-9D65-823F656907C0}" type="presParOf" srcId="{CD4CD8B5-8163-4119-9360-F6E87ACF13B6}" destId="{6AD52EDA-9925-4CA4-9749-23F67E7438B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00CC8-26DD-4719-8B23-8A5339013F9C}">
      <dsp:nvSpPr>
        <dsp:cNvPr id="0" name=""/>
        <dsp:cNvSpPr/>
      </dsp:nvSpPr>
      <dsp:spPr>
        <a:xfrm>
          <a:off x="1903068" y="367127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C8503-8F5B-4C8A-87C0-63B230DB3C05}">
      <dsp:nvSpPr>
        <dsp:cNvPr id="0" name=""/>
        <dsp:cNvSpPr/>
      </dsp:nvSpPr>
      <dsp:spPr>
        <a:xfrm>
          <a:off x="2371068" y="835127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CEED2-51BF-45A0-BE85-B9EC1E435891}">
      <dsp:nvSpPr>
        <dsp:cNvPr id="0" name=""/>
        <dsp:cNvSpPr/>
      </dsp:nvSpPr>
      <dsp:spPr>
        <a:xfrm>
          <a:off x="1201068" y="324712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100" kern="1200"/>
            <a:t>Gemeinsames Verständnis der Ausgangslage</a:t>
          </a:r>
          <a:endParaRPr lang="en-US" sz="2100" kern="1200"/>
        </a:p>
      </dsp:txBody>
      <dsp:txXfrm>
        <a:off x="1201068" y="3247128"/>
        <a:ext cx="3600000" cy="720000"/>
      </dsp:txXfrm>
    </dsp:sp>
    <dsp:sp modelId="{B2A72A49-0DA4-45F9-8C85-8C8AD53A575A}">
      <dsp:nvSpPr>
        <dsp:cNvPr id="0" name=""/>
        <dsp:cNvSpPr/>
      </dsp:nvSpPr>
      <dsp:spPr>
        <a:xfrm>
          <a:off x="6133068" y="367127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5D230-8A76-4583-B5C1-8D0D68AED79F}">
      <dsp:nvSpPr>
        <dsp:cNvPr id="0" name=""/>
        <dsp:cNvSpPr/>
      </dsp:nvSpPr>
      <dsp:spPr>
        <a:xfrm>
          <a:off x="6601068" y="835127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8D592-2F92-4735-80F9-18DA8DBAE5ED}">
      <dsp:nvSpPr>
        <dsp:cNvPr id="0" name=""/>
        <dsp:cNvSpPr/>
      </dsp:nvSpPr>
      <dsp:spPr>
        <a:xfrm>
          <a:off x="5431068" y="324712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100" kern="1200"/>
            <a:t>Klärung der Zielsetzung</a:t>
          </a:r>
          <a:endParaRPr lang="en-US" sz="2100" kern="1200"/>
        </a:p>
      </dsp:txBody>
      <dsp:txXfrm>
        <a:off x="5431068" y="3247128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69053-4563-47DE-9EBE-2FD61E425804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E03C0-FA52-46AB-B30F-28CE4EE5FD5E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E3CE9-4B00-4EC2-8588-31074CB80654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Weiterentwicklung der HR-Organisation durch die Einführung einer zentralen Service-Struktur</a:t>
          </a:r>
        </a:p>
      </dsp:txBody>
      <dsp:txXfrm>
        <a:off x="1761361" y="651"/>
        <a:ext cx="4889891" cy="1524988"/>
      </dsp:txXfrm>
    </dsp:sp>
    <dsp:sp modelId="{BB321E2D-9686-4979-BA52-4EF4816714E4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C8D98-A2DC-44F6-B204-CA777C6ACA1C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1EFD9-91DD-457D-9D40-D3C9F14C7E33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HR Service Point als zentrale Anlaufstelle</a:t>
          </a:r>
          <a:endParaRPr lang="en-US" sz="2300" kern="1200"/>
        </a:p>
      </dsp:txBody>
      <dsp:txXfrm>
        <a:off x="1761361" y="1906887"/>
        <a:ext cx="4889891" cy="1524988"/>
      </dsp:txXfrm>
    </dsp:sp>
    <dsp:sp modelId="{2E2DC90C-790C-434D-A82D-C77C581B069F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24230-B259-41EF-A686-DF4E1E69EAD7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67006-5D30-458C-9087-ACCD33B003AB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Drehscheiben-Team zur Vernetzung von HR Beratung und HR Operations</a:t>
          </a:r>
        </a:p>
      </dsp:txBody>
      <dsp:txXfrm>
        <a:off x="1761361" y="3813123"/>
        <a:ext cx="4889891" cy="1524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B793C-245D-49F1-AFC6-DBFBC8DF493B}">
      <dsp:nvSpPr>
        <dsp:cNvPr id="0" name=""/>
        <dsp:cNvSpPr/>
      </dsp:nvSpPr>
      <dsp:spPr>
        <a:xfrm>
          <a:off x="0" y="667782"/>
          <a:ext cx="6651253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/>
            <a:t>Digitales HR-Portal als zentraler Eingangskanal</a:t>
          </a:r>
          <a:endParaRPr lang="en-US" sz="3200" kern="1200"/>
        </a:p>
      </dsp:txBody>
      <dsp:txXfrm>
        <a:off x="62141" y="729923"/>
        <a:ext cx="6526971" cy="1148678"/>
      </dsp:txXfrm>
    </dsp:sp>
    <dsp:sp modelId="{746A77BE-9A30-41DC-A77A-E90AAFE0C016}">
      <dsp:nvSpPr>
        <dsp:cNvPr id="0" name=""/>
        <dsp:cNvSpPr/>
      </dsp:nvSpPr>
      <dsp:spPr>
        <a:xfrm>
          <a:off x="0" y="2032902"/>
          <a:ext cx="6651253" cy="12729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Ticketing-System zur strukturierten Bearbeitung von HR-Anfragen</a:t>
          </a:r>
        </a:p>
      </dsp:txBody>
      <dsp:txXfrm>
        <a:off x="62141" y="2095043"/>
        <a:ext cx="6526971" cy="1148678"/>
      </dsp:txXfrm>
    </dsp:sp>
    <dsp:sp modelId="{54B26B8A-A938-459E-AF92-7F299627F725}">
      <dsp:nvSpPr>
        <dsp:cNvPr id="0" name=""/>
        <dsp:cNvSpPr/>
      </dsp:nvSpPr>
      <dsp:spPr>
        <a:xfrm>
          <a:off x="0" y="3398022"/>
          <a:ext cx="6651253" cy="1272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Bündelung digitaler HR-Prozesse</a:t>
          </a:r>
        </a:p>
      </dsp:txBody>
      <dsp:txXfrm>
        <a:off x="62141" y="3460163"/>
        <a:ext cx="6526971" cy="1148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F46D0-DF3A-4447-9392-92E5E37794AC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Optimierung und Digitalisierung von HR-Prozessen, darunter der </a:t>
          </a:r>
          <a:r>
            <a:rPr lang="de-DE" sz="2500" b="1" kern="1200" dirty="0"/>
            <a:t>Austrittsprozess</a:t>
          </a:r>
          <a:endParaRPr lang="en-US" sz="2500" kern="1200" dirty="0"/>
        </a:p>
      </dsp:txBody>
      <dsp:txXfrm>
        <a:off x="0" y="39687"/>
        <a:ext cx="3286125" cy="1971675"/>
      </dsp:txXfrm>
    </dsp:sp>
    <dsp:sp modelId="{D74C1B9C-2A19-4457-A377-1FEF09A33179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Unterschiedliche Austrittsprozesse je nach Anstellungsart und Austrittsgrund</a:t>
          </a:r>
          <a:endParaRPr lang="en-US" sz="2500" kern="1200" dirty="0"/>
        </a:p>
      </dsp:txBody>
      <dsp:txXfrm>
        <a:off x="3614737" y="39687"/>
        <a:ext cx="3286125" cy="1971675"/>
      </dsp:txXfrm>
    </dsp:sp>
    <dsp:sp modelId="{1F5E8BCB-F18A-4037-81D9-B9E7DA36347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Nutzung umfangreicher Excel-Checklisten</a:t>
          </a:r>
          <a:endParaRPr lang="en-US" sz="2500" kern="1200"/>
        </a:p>
      </dsp:txBody>
      <dsp:txXfrm>
        <a:off x="7229475" y="39687"/>
        <a:ext cx="3286125" cy="1971675"/>
      </dsp:txXfrm>
    </dsp:sp>
    <dsp:sp modelId="{C16DFE0B-8C13-4C26-A9F3-ED96DC718383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err="1"/>
            <a:t>Medienbrüche</a:t>
          </a:r>
          <a:r>
            <a:rPr lang="en-US" sz="2500" kern="1200"/>
            <a:t> </a:t>
          </a:r>
          <a:r>
            <a:rPr lang="en-US" sz="2500" kern="1200" err="1"/>
            <a:t>zwischen</a:t>
          </a:r>
          <a:r>
            <a:rPr lang="en-US" sz="2500" kern="1200"/>
            <a:t> E-Mail, Excel und </a:t>
          </a:r>
          <a:r>
            <a:rPr lang="en-US" sz="2500" kern="1200" err="1"/>
            <a:t>Ticketsystem</a:t>
          </a:r>
          <a:endParaRPr lang="en-US" sz="2500" kern="1200"/>
        </a:p>
      </dsp:txBody>
      <dsp:txXfrm>
        <a:off x="1807368" y="2339975"/>
        <a:ext cx="3286125" cy="1971675"/>
      </dsp:txXfrm>
    </dsp:sp>
    <dsp:sp modelId="{C3658AD0-284E-4D07-9A71-718F9902A830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Kein durchgängig integrierter Prozess</a:t>
          </a:r>
        </a:p>
      </dsp:txBody>
      <dsp:txXfrm>
        <a:off x="5422106" y="2339975"/>
        <a:ext cx="3286125" cy="1971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17F84-4A44-40CF-AC63-79DAFFCFDEE7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Analyse und Modellierung der bestehenden Austrittsprozesse</a:t>
          </a:r>
          <a:endParaRPr lang="en-US" sz="2000" kern="1200"/>
        </a:p>
      </dsp:txBody>
      <dsp:txXfrm>
        <a:off x="22940" y="22940"/>
        <a:ext cx="7160195" cy="737360"/>
      </dsp:txXfrm>
    </dsp:sp>
    <dsp:sp modelId="{AF679097-30F3-4508-9726-7B738A14F854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Identifikation von Schwachstellen und Optimierungspotenzial</a:t>
          </a:r>
          <a:endParaRPr lang="en-US" sz="2000" kern="1200"/>
        </a:p>
      </dsp:txBody>
      <dsp:txXfrm>
        <a:off x="627587" y="914964"/>
        <a:ext cx="6937378" cy="737360"/>
      </dsp:txXfrm>
    </dsp:sp>
    <dsp:sp modelId="{3B6FFA75-B33A-4D26-B573-D3F0FD06A3DE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Aufnahme der Anforderungen an den SOLL-Prozess</a:t>
          </a:r>
          <a:endParaRPr lang="en-US" sz="2000" kern="1200"/>
        </a:p>
      </dsp:txBody>
      <dsp:txXfrm>
        <a:off x="1232233" y="1806988"/>
        <a:ext cx="6937378" cy="737360"/>
      </dsp:txXfrm>
    </dsp:sp>
    <dsp:sp modelId="{7CF24F44-A433-4B77-B475-4DF479FF7040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Erarbeitung eines strukturierten, finalen SOLL-Konzepts</a:t>
          </a:r>
          <a:endParaRPr lang="en-US" sz="2000" kern="1200"/>
        </a:p>
      </dsp:txBody>
      <dsp:txXfrm>
        <a:off x="1836880" y="2699012"/>
        <a:ext cx="6937378" cy="737360"/>
      </dsp:txXfrm>
    </dsp:sp>
    <dsp:sp modelId="{A8B500E1-FBDE-4811-AB4F-8462BD3654E2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Detailspezifikation an das Ticketing-System</a:t>
          </a:r>
          <a:endParaRPr lang="en-US" sz="2000" kern="1200"/>
        </a:p>
      </dsp:txBody>
      <dsp:txXfrm>
        <a:off x="2441527" y="3591037"/>
        <a:ext cx="6937378" cy="737360"/>
      </dsp:txXfrm>
    </dsp:sp>
    <dsp:sp modelId="{049C2CA7-F7B3-4820-9910-7EA5EA3D1244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847EB5D0-8EEF-411B-930E-03638D40DDB3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F4F05587-A4CC-4290-B588-3CA81BC6E837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07DC84BB-0345-4B1B-9F77-722A60EF63F7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44A94-608C-475E-BAE4-A2F916547FC5}">
      <dsp:nvSpPr>
        <dsp:cNvPr id="0" name=""/>
        <dsp:cNvSpPr/>
      </dsp:nvSpPr>
      <dsp:spPr>
        <a:xfrm>
          <a:off x="0" y="0"/>
          <a:ext cx="11034252" cy="69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03FF8-87B7-4464-AAF7-847CBD78FE86}">
      <dsp:nvSpPr>
        <dsp:cNvPr id="0" name=""/>
        <dsp:cNvSpPr/>
      </dsp:nvSpPr>
      <dsp:spPr>
        <a:xfrm>
          <a:off x="209630" y="160007"/>
          <a:ext cx="381146" cy="3811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275C7-5678-44C4-8530-CF92C43277F8}">
      <dsp:nvSpPr>
        <dsp:cNvPr id="0" name=""/>
        <dsp:cNvSpPr/>
      </dsp:nvSpPr>
      <dsp:spPr>
        <a:xfrm>
          <a:off x="800408" y="4083"/>
          <a:ext cx="10233061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 dirty="0"/>
            <a:t>Organisation der Zusammenarbeit</a:t>
          </a:r>
          <a:endParaRPr lang="en-US" sz="1900" kern="1200" dirty="0"/>
        </a:p>
      </dsp:txBody>
      <dsp:txXfrm>
        <a:off x="800408" y="4083"/>
        <a:ext cx="10233061" cy="692994"/>
      </dsp:txXfrm>
    </dsp:sp>
    <dsp:sp modelId="{77ACA046-54B1-4193-BF47-CD69382AEDBB}">
      <dsp:nvSpPr>
        <dsp:cNvPr id="0" name=""/>
        <dsp:cNvSpPr/>
      </dsp:nvSpPr>
      <dsp:spPr>
        <a:xfrm>
          <a:off x="0" y="870326"/>
          <a:ext cx="11034252" cy="69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9B0FF-1B2F-4FEB-B213-3DCE0A05AEF3}">
      <dsp:nvSpPr>
        <dsp:cNvPr id="0" name=""/>
        <dsp:cNvSpPr/>
      </dsp:nvSpPr>
      <dsp:spPr>
        <a:xfrm>
          <a:off x="209630" y="1026250"/>
          <a:ext cx="381146" cy="38114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811C8-7BB4-4341-81CC-5727C2945388}">
      <dsp:nvSpPr>
        <dsp:cNvPr id="0" name=""/>
        <dsp:cNvSpPr/>
      </dsp:nvSpPr>
      <dsp:spPr>
        <a:xfrm>
          <a:off x="800408" y="870326"/>
          <a:ext cx="10233061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Vertraulichkeit der Arbeit</a:t>
          </a:r>
          <a:r>
            <a:rPr lang="de-CH" sz="1200" kern="1200"/>
            <a:t>(Vertraulichkeitsvereinbarung)</a:t>
          </a:r>
          <a:r>
            <a:rPr lang="de-CH" sz="1900" kern="1200"/>
            <a:t>			</a:t>
          </a:r>
        </a:p>
      </dsp:txBody>
      <dsp:txXfrm>
        <a:off x="800408" y="870326"/>
        <a:ext cx="10233061" cy="692994"/>
      </dsp:txXfrm>
    </dsp:sp>
    <dsp:sp modelId="{B554EE15-773D-4B39-9D66-20F8E012368F}">
      <dsp:nvSpPr>
        <dsp:cNvPr id="0" name=""/>
        <dsp:cNvSpPr/>
      </dsp:nvSpPr>
      <dsp:spPr>
        <a:xfrm>
          <a:off x="0" y="1736569"/>
          <a:ext cx="11034252" cy="69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C8413-E572-43EF-A9D8-D79B67459C59}">
      <dsp:nvSpPr>
        <dsp:cNvPr id="0" name=""/>
        <dsp:cNvSpPr/>
      </dsp:nvSpPr>
      <dsp:spPr>
        <a:xfrm>
          <a:off x="209630" y="1892493"/>
          <a:ext cx="381146" cy="3811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10C3F-45DD-4DF9-835E-1CFDD5BB9F93}">
      <dsp:nvSpPr>
        <dsp:cNvPr id="0" name=""/>
        <dsp:cNvSpPr/>
      </dsp:nvSpPr>
      <dsp:spPr>
        <a:xfrm>
          <a:off x="800408" y="1736569"/>
          <a:ext cx="10233061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Rechte der Interviewpartner</a:t>
          </a:r>
          <a:endParaRPr lang="en-US" sz="1900" kern="1200"/>
        </a:p>
      </dsp:txBody>
      <dsp:txXfrm>
        <a:off x="800408" y="1736569"/>
        <a:ext cx="10233061" cy="692994"/>
      </dsp:txXfrm>
    </dsp:sp>
    <dsp:sp modelId="{D71431F1-983E-4E59-938C-B7F84CC4897E}">
      <dsp:nvSpPr>
        <dsp:cNvPr id="0" name=""/>
        <dsp:cNvSpPr/>
      </dsp:nvSpPr>
      <dsp:spPr>
        <a:xfrm>
          <a:off x="0" y="2602812"/>
          <a:ext cx="11034252" cy="69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DD9FF-B1E9-43C5-8F28-96A3E01ED357}">
      <dsp:nvSpPr>
        <dsp:cNvPr id="0" name=""/>
        <dsp:cNvSpPr/>
      </dsp:nvSpPr>
      <dsp:spPr>
        <a:xfrm>
          <a:off x="209630" y="2758736"/>
          <a:ext cx="381146" cy="3811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32A86-93FC-4CCF-95D6-51A94384610B}">
      <dsp:nvSpPr>
        <dsp:cNvPr id="0" name=""/>
        <dsp:cNvSpPr/>
      </dsp:nvSpPr>
      <dsp:spPr>
        <a:xfrm>
          <a:off x="800408" y="2602812"/>
          <a:ext cx="10233061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Umgang mit vertraulichen Daten</a:t>
          </a:r>
          <a:endParaRPr lang="en-US" sz="1900" kern="1200"/>
        </a:p>
      </dsp:txBody>
      <dsp:txXfrm>
        <a:off x="800408" y="2602812"/>
        <a:ext cx="10233061" cy="692994"/>
      </dsp:txXfrm>
    </dsp:sp>
    <dsp:sp modelId="{EA3C552D-530F-483A-91D1-BA0273B906C7}">
      <dsp:nvSpPr>
        <dsp:cNvPr id="0" name=""/>
        <dsp:cNvSpPr/>
      </dsp:nvSpPr>
      <dsp:spPr>
        <a:xfrm>
          <a:off x="0" y="3413768"/>
          <a:ext cx="11034252" cy="69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5A1FD-10EC-4137-8F02-4C672E45AF63}">
      <dsp:nvSpPr>
        <dsp:cNvPr id="0" name=""/>
        <dsp:cNvSpPr/>
      </dsp:nvSpPr>
      <dsp:spPr>
        <a:xfrm>
          <a:off x="209630" y="3624978"/>
          <a:ext cx="381146" cy="38114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62C1E-B961-45D3-8A34-D4A93FBAA1A8}">
      <dsp:nvSpPr>
        <dsp:cNvPr id="0" name=""/>
        <dsp:cNvSpPr/>
      </dsp:nvSpPr>
      <dsp:spPr>
        <a:xfrm>
          <a:off x="800408" y="3469055"/>
          <a:ext cx="4965413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Termine festlegen</a:t>
          </a:r>
          <a:endParaRPr lang="en-US" sz="1900" kern="1200"/>
        </a:p>
      </dsp:txBody>
      <dsp:txXfrm>
        <a:off x="800408" y="3469055"/>
        <a:ext cx="4965413" cy="692994"/>
      </dsp:txXfrm>
    </dsp:sp>
    <dsp:sp modelId="{C3C5883F-CF39-4A06-A3E8-E99FD37A8138}">
      <dsp:nvSpPr>
        <dsp:cNvPr id="0" name=""/>
        <dsp:cNvSpPr/>
      </dsp:nvSpPr>
      <dsp:spPr>
        <a:xfrm>
          <a:off x="5740695" y="3420926"/>
          <a:ext cx="5267647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1" kern="1200" dirty="0"/>
            <a:t>Status-Meetings</a:t>
          </a:r>
          <a:endParaRPr lang="en-US" sz="1100" b="1" kern="1200" dirty="0"/>
        </a:p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1" kern="1200" dirty="0"/>
            <a:t>Zwischenpräsentation</a:t>
          </a:r>
          <a:endParaRPr lang="en-US" sz="1100" b="0" kern="1200" dirty="0">
            <a:latin typeface="Aptos Display" panose="02110004020202020204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1" kern="1200" dirty="0"/>
            <a:t>Schlusspräsentation</a:t>
          </a:r>
          <a:endParaRPr lang="de-DE" sz="1100" kern="1200" dirty="0"/>
        </a:p>
      </dsp:txBody>
      <dsp:txXfrm>
        <a:off x="5740695" y="3420926"/>
        <a:ext cx="5267647" cy="692994"/>
      </dsp:txXfrm>
    </dsp:sp>
    <dsp:sp modelId="{F563EE94-B0AC-4AB0-A6BF-2460ADA16F78}">
      <dsp:nvSpPr>
        <dsp:cNvPr id="0" name=""/>
        <dsp:cNvSpPr/>
      </dsp:nvSpPr>
      <dsp:spPr>
        <a:xfrm>
          <a:off x="0" y="4335298"/>
          <a:ext cx="11034252" cy="6929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A1BD3-CA73-4B45-BE9D-13262D3F87E6}">
      <dsp:nvSpPr>
        <dsp:cNvPr id="0" name=""/>
        <dsp:cNvSpPr/>
      </dsp:nvSpPr>
      <dsp:spPr>
        <a:xfrm>
          <a:off x="209630" y="4491221"/>
          <a:ext cx="381146" cy="3811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926FC-96D1-45DC-8864-2E87553CFD1A}">
      <dsp:nvSpPr>
        <dsp:cNvPr id="0" name=""/>
        <dsp:cNvSpPr/>
      </dsp:nvSpPr>
      <dsp:spPr>
        <a:xfrm>
          <a:off x="800408" y="4335298"/>
          <a:ext cx="10233061" cy="692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42" tIns="73342" rIns="73342" bIns="7334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 dirty="0"/>
            <a:t>Klären längerer Abwesenheit</a:t>
          </a:r>
          <a:endParaRPr lang="en-US" sz="1900" kern="1200" dirty="0"/>
        </a:p>
      </dsp:txBody>
      <dsp:txXfrm>
        <a:off x="800408" y="4335298"/>
        <a:ext cx="10233061" cy="6929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44D73-592F-4323-AAFA-D3D0114670BC}">
      <dsp:nvSpPr>
        <dsp:cNvPr id="0" name=""/>
        <dsp:cNvSpPr/>
      </dsp:nvSpPr>
      <dsp:spPr>
        <a:xfrm>
          <a:off x="0" y="1040967"/>
          <a:ext cx="1154151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CEC95-EC75-4496-9122-6AC22EB2EB1C}">
      <dsp:nvSpPr>
        <dsp:cNvPr id="0" name=""/>
        <dsp:cNvSpPr/>
      </dsp:nvSpPr>
      <dsp:spPr>
        <a:xfrm>
          <a:off x="577075" y="819567"/>
          <a:ext cx="8079059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369" tIns="0" rIns="3053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Innerhalb einer Woche: Gesprächsprotokoll an Fachdozenten und Auftraggeberschaft</a:t>
          </a:r>
          <a:endParaRPr lang="en-US" sz="1500" kern="1200"/>
        </a:p>
      </dsp:txBody>
      <dsp:txXfrm>
        <a:off x="598691" y="841183"/>
        <a:ext cx="8035827" cy="399568"/>
      </dsp:txXfrm>
    </dsp:sp>
    <dsp:sp modelId="{6AD52EDA-9925-4CA4-9749-23F67E7438BA}">
      <dsp:nvSpPr>
        <dsp:cNvPr id="0" name=""/>
        <dsp:cNvSpPr/>
      </dsp:nvSpPr>
      <dsp:spPr>
        <a:xfrm>
          <a:off x="0" y="1706498"/>
          <a:ext cx="11541513" cy="236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750" tIns="312420" rIns="8957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CH" sz="1500" kern="1200" dirty="0"/>
            <a:t>Ausgangslage, Problemstellung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CH" sz="1500" kern="1200"/>
            <a:t>Zielsetzung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CH" sz="1500" kern="1200"/>
            <a:t>Erste Ergebnisse der Literaturrecherche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CH" sz="1500" kern="1200"/>
            <a:t>Vorgehen/Methodenwahl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CH" sz="1500" kern="1200" dirty="0"/>
            <a:t>Erwarteter Nutzen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e-CH" sz="1500" kern="1200" dirty="0"/>
            <a:t>Zentrale Meilensteine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500" kern="1200"/>
        </a:p>
      </dsp:txBody>
      <dsp:txXfrm>
        <a:off x="0" y="1706498"/>
        <a:ext cx="11541513" cy="2362500"/>
      </dsp:txXfrm>
    </dsp:sp>
    <dsp:sp modelId="{0C6C3C53-2F86-4FE7-9F86-99E92BCE8966}">
      <dsp:nvSpPr>
        <dsp:cNvPr id="0" name=""/>
        <dsp:cNvSpPr/>
      </dsp:nvSpPr>
      <dsp:spPr>
        <a:xfrm>
          <a:off x="577075" y="1499967"/>
          <a:ext cx="8079059" cy="4428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369" tIns="0" rIns="3053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In 2-4 Wochen: Disposition</a:t>
          </a:r>
          <a:endParaRPr lang="en-US" sz="1500" kern="1200"/>
        </a:p>
      </dsp:txBody>
      <dsp:txXfrm>
        <a:off x="598691" y="1521583"/>
        <a:ext cx="8035827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B7B0C-1382-4763-AAA3-1CAF59E3436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0FA51-01F5-408C-A909-5CD7F46FA1A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6255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14810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810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1770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32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7820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0428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3678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1919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3444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/>
              <a:buNone/>
              <a:tabLst/>
              <a:defRPr/>
            </a:pPr>
            <a:endParaRPr lang="de-CH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8553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C3AA9-04F7-177C-DA0A-B1110B14E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5A3F98-8480-74D6-FFC3-E025C0AD8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BE6372E-C342-818D-C040-8E7FDAFF7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pPr marL="0" indent="0">
              <a:buFont typeface="Calibri"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29D2D2-A589-2081-9DBF-A609799B4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1053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6642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E6BF-772D-1CB6-2A5E-1AAEEE88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6D0DD6-0669-89CF-CFDC-F5B271DA1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14D6DA-274A-E62E-80DE-338825188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4CF406-7165-A00E-A233-A5F17E397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BF69ED4-AF81-42E5-8ABD-252CA188A91F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6470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16D4-2130-D707-54A4-88CC84C8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D5CA0-40EF-1D1B-6D10-3D302B616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FC666FE-68A2-8DBD-EA1F-B98136CEF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99963B-F5C4-2FF4-9BB6-5A2369C66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BF69ED4-AF81-42E5-8ABD-252CA188A91F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1472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3218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0FA51-01F5-408C-A909-5CD7F46FA1A9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250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2A19F-A16E-6D13-1CDE-0E796D17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688B3D-A13D-DD6F-51B8-979C298B8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239FF7-CED7-06D6-268F-91EC8950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7B7A8A-341F-C1C7-B52D-D4C1B237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56613E-40FC-D353-5C22-D06EFF88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766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77C44-67E2-BDEB-B743-C08EC1E9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1E876A-6561-2094-F631-36917EFA2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4D005B-B639-1855-5E31-5373F739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F24F5F-2360-D79A-C9D3-9E87FE79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70828B-DCCB-010A-5E43-EC700D1B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567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BC400E-666D-754F-CA83-AD72F45C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E01C36-D754-AC8C-5007-EBA02032D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01F73E-F3B9-FC69-EE1A-7D3DF82B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13384D-B8F0-608A-DF3E-1400D60A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413508-BB1B-B887-B5BC-9FFFDB3D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97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2D498-550A-AC9B-F6E9-335EDC74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79934F-82B4-AE20-E639-A2D1337DF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79BF78-A003-219E-A4E7-9ABC2F831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D5FBF2-B53F-754F-6749-B0EDD965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63F09C-A492-2A93-EBE3-B6C120BB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1ACA30-9A7B-751A-254B-F7CE188C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196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A8C69-92E8-CABB-6394-52E68123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F24B2A-A399-30F7-7A6B-0F4DBE597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0422D6-BAB2-7E13-CB63-63B762A77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DE68FC-A0D6-627D-95C0-A521E9EE5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C11204-82A2-901A-2E92-6AB1A70CB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9FC61F-D0D1-4AB0-4361-DC843DA4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20FC6D-2211-480D-BC76-9E2DD02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B8560F3-26FC-BB10-8F36-F02E70EE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318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C7357-61D9-7C7C-DB03-5D257814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BCC87D1-A191-C29F-6E59-E06B132A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69F3E9-DD44-493F-0E43-C341EBBB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23ECA9-3A32-18CA-71A4-E8E1A39D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930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A77307-F8F8-C7B5-8516-88EB0F45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E0157A-D790-6A12-08A4-76994E121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2DE190-7963-67F3-158F-835C113E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219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94A86-F272-E48C-E5FA-3BF3489C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F17D82-5B38-217E-0DE5-072DE1C5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B8845E-D1DE-F3AC-8C36-9F1F200D8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CD821B-3DCA-663C-BC0F-18E6E7BE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2D08C2-1688-E071-622C-3A5D2CA9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198AB9-5278-DFFC-0333-EAE62932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717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61814-0CB8-09D2-15BB-82749214F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3B6FEAE-7155-13EC-D28E-B82AFF1BC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7F4215-0085-1CD1-B96C-B07C6C0D5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0A01EC-E617-25E1-72B2-EE31D680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94078A-B9AA-077D-7A8E-D78E1527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65A954-6CC5-0AB3-1268-EEBC397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418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E6C8E-1995-0525-D33A-1EDA9B1E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3F9F28-9A83-CBC8-6FDB-BF30216C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4FF13A-227E-9E17-240B-752E880B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67D0EC-EBC3-F258-DDE6-E36AE18B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F3DB0-5092-A4D1-8675-BB1C7CEB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991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D9A6F48-8C05-60AD-D166-DCEF33095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7DC23B-C958-C5D1-59B6-69A1576CD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DAACF5-7123-5510-B650-8000C819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7BD390-971C-0780-A62E-389CF63D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A0416F-D063-1355-0168-EEF23916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3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1CB9369-3B41-3E45-985E-DC209EA17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91A1D2-C09D-8214-EECC-0AE11C459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07B58A-70A4-338E-97E5-C435DDD46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36BD3-DA63-4EC2-8829-93E8A2DDC42B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EC65A6-D425-4313-16DA-ABB53D335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DF701-BC9F-B58F-A7BE-5FB334E30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93CB5-A875-48FF-982F-3FCF19075D7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256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0E76826-86FF-ECA3-148F-180CAE73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401" y="699924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3600">
                <a:solidFill>
                  <a:srgbClr val="FFFFFF"/>
                </a:solidFill>
              </a:rPr>
              <a:t>Bachelor Thesis 2026</a:t>
            </a:r>
            <a:br>
              <a:rPr lang="de-DE" sz="3600">
                <a:solidFill>
                  <a:srgbClr val="FFFFFF"/>
                </a:solidFill>
              </a:rPr>
            </a:br>
            <a:r>
              <a:rPr lang="de-DE" sz="3600">
                <a:solidFill>
                  <a:schemeClr val="tx2">
                    <a:lumMod val="50000"/>
                    <a:lumOff val="50000"/>
                  </a:schemeClr>
                </a:solidFill>
              </a:rPr>
              <a:t>Digitalisierung Austrittsprozess</a:t>
            </a:r>
            <a:br>
              <a:rPr lang="de-DE" sz="3600">
                <a:solidFill>
                  <a:srgbClr val="FFFFFF"/>
                </a:solidFill>
              </a:rPr>
            </a:br>
            <a:r>
              <a:rPr lang="de-DE" sz="3200">
                <a:solidFill>
                  <a:srgbClr val="FFFFFF"/>
                </a:solidFill>
              </a:rPr>
              <a:t>Kick-off-Meeting</a:t>
            </a:r>
            <a:endParaRPr lang="de-CH" sz="32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E136B1-21B8-0862-6A35-3290C8F6A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213" y="4351436"/>
            <a:ext cx="10005951" cy="2362420"/>
          </a:xfrm>
        </p:spPr>
        <p:txBody>
          <a:bodyPr anchor="ctr">
            <a:normAutofit/>
          </a:bodyPr>
          <a:lstStyle/>
          <a:p>
            <a:pPr algn="l"/>
            <a:r>
              <a:rPr lang="de-CH" sz="2000" b="1"/>
              <a:t>Universitätsspital Basel</a:t>
            </a:r>
          </a:p>
          <a:p>
            <a:pPr algn="l"/>
            <a:r>
              <a:rPr lang="de-CH" sz="2000" b="1"/>
              <a:t>Kapischan Sriganthan</a:t>
            </a:r>
          </a:p>
          <a:p>
            <a:pPr algn="l"/>
            <a:r>
              <a:rPr lang="de-CH" sz="2000" b="1"/>
              <a:t>Dr. Felix </a:t>
            </a:r>
            <a:r>
              <a:rPr lang="de-CH" sz="2000" b="1" err="1"/>
              <a:t>Härer</a:t>
            </a:r>
            <a:endParaRPr lang="de-CH" sz="2000" b="1"/>
          </a:p>
          <a:p>
            <a:pPr algn="l">
              <a:buClr>
                <a:schemeClr val="tx1"/>
              </a:buClr>
              <a:tabLst>
                <a:tab pos="287338" algn="l"/>
                <a:tab pos="4030663" algn="r"/>
                <a:tab pos="4318000" algn="l"/>
                <a:tab pos="8351838" algn="r"/>
              </a:tabLst>
            </a:pPr>
            <a:r>
              <a:rPr lang="de-CH" sz="2000" b="1"/>
              <a:t>Basel, 25.03.2026</a:t>
            </a:r>
          </a:p>
        </p:txBody>
      </p:sp>
    </p:spTree>
    <p:extLst>
      <p:ext uri="{BB962C8B-B14F-4D97-AF65-F5344CB8AC3E}">
        <p14:creationId xmlns:p14="http://schemas.microsoft.com/office/powerpoint/2010/main" val="134735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oundtable Wärmewende legt Positionspapier vor - Solarserver">
            <a:extLst>
              <a:ext uri="{FF2B5EF4-FFF2-40B4-BE49-F238E27FC236}">
                <a16:creationId xmlns:a16="http://schemas.microsoft.com/office/drawing/2014/main" id="{8031C6B5-4B5A-0170-8AF6-9F270F3D1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39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Freeform 12">
            <a:extLst>
              <a:ext uri="{FF2B5EF4-FFF2-40B4-BE49-F238E27FC236}">
                <a16:creationId xmlns:a16="http://schemas.microsoft.com/office/drawing/2014/main" id="{522A94E1-AEBD-4286-BFF8-0711E4CD3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622650" y="5181600"/>
            <a:ext cx="9165010" cy="1174750"/>
          </a:xfrm>
          <a:custGeom>
            <a:avLst/>
            <a:gdLst>
              <a:gd name="connsiteX0" fmla="*/ 0 w 9165010"/>
              <a:gd name="connsiteY0" fmla="*/ 1073384 h 1073384"/>
              <a:gd name="connsiteX1" fmla="*/ 9165010 w 9165010"/>
              <a:gd name="connsiteY1" fmla="*/ 1073384 h 1073384"/>
              <a:gd name="connsiteX2" fmla="*/ 9165010 w 9165010"/>
              <a:gd name="connsiteY2" fmla="*/ 266817 h 1073384"/>
              <a:gd name="connsiteX3" fmla="*/ 4757604 w 9165010"/>
              <a:gd name="connsiteY3" fmla="*/ 266817 h 1073384"/>
              <a:gd name="connsiteX4" fmla="*/ 4582505 w 9165010"/>
              <a:gd name="connsiteY4" fmla="*/ 0 h 1073384"/>
              <a:gd name="connsiteX5" fmla="*/ 4407407 w 9165010"/>
              <a:gd name="connsiteY5" fmla="*/ 266817 h 1073384"/>
              <a:gd name="connsiteX6" fmla="*/ 0 w 9165010"/>
              <a:gd name="connsiteY6" fmla="*/ 266817 h 107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5010" h="1073384">
                <a:moveTo>
                  <a:pt x="0" y="1073384"/>
                </a:moveTo>
                <a:lnTo>
                  <a:pt x="9165010" y="1073384"/>
                </a:lnTo>
                <a:lnTo>
                  <a:pt x="9165010" y="266817"/>
                </a:lnTo>
                <a:lnTo>
                  <a:pt x="4757604" y="266817"/>
                </a:lnTo>
                <a:lnTo>
                  <a:pt x="4582505" y="0"/>
                </a:lnTo>
                <a:lnTo>
                  <a:pt x="4407407" y="266817"/>
                </a:lnTo>
                <a:lnTo>
                  <a:pt x="0" y="266817"/>
                </a:lnTo>
                <a:close/>
              </a:path>
            </a:pathLst>
          </a:custGeom>
          <a:solidFill>
            <a:srgbClr val="404040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1B8379-3CD7-1AEE-FEA2-23DC0343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5254391"/>
            <a:ext cx="8867012" cy="774934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Vorstellungsrunde</a:t>
            </a:r>
          </a:p>
        </p:txBody>
      </p:sp>
    </p:spTree>
    <p:extLst>
      <p:ext uri="{BB962C8B-B14F-4D97-AF65-F5344CB8AC3E}">
        <p14:creationId xmlns:p14="http://schemas.microsoft.com/office/powerpoint/2010/main" val="422508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40DF85-3B38-25EB-D704-DD4C9EE4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de-DE" sz="4000"/>
              <a:t>Ausgangslage und Problemstellung</a:t>
            </a:r>
            <a:endParaRPr lang="de-CH" sz="4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1C69E7FF-D405-17FB-0930-F98E1684D4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7355686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186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83F9C9-5480-3DD6-791A-F1B9E196F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de-CH"/>
              <a:t>HR neu organisiert</a:t>
            </a:r>
          </a:p>
        </p:txBody>
      </p:sp>
      <p:graphicFrame>
        <p:nvGraphicFramePr>
          <p:cNvPr id="33" name="Inhaltsplatzhalter 2">
            <a:extLst>
              <a:ext uri="{FF2B5EF4-FFF2-40B4-BE49-F238E27FC236}">
                <a16:creationId xmlns:a16="http://schemas.microsoft.com/office/drawing/2014/main" id="{4918C80F-C71B-A98E-D1DA-F9981750CB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61406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32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F500DE-2790-1C20-B998-5C449164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Operative Organisation HR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1DB396-70BA-9C44-84F1-226D9ACF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92" y="852474"/>
            <a:ext cx="5536001" cy="509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3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325149-5A59-101C-1C7B-1BB8166D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de-CH"/>
              <a:t>Digitalisierung der HR Services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74A4246-66E3-8BCF-1318-5DF66D72C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71986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338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2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: Shape 124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0" name="Right Triangle 1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28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13750B-2232-0DA6-952E-DECEEC19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Übersicht Kundenzugänge Operatives HR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B23CD2D-4023-97AF-3321-F1C8BB9C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20" y="1973441"/>
            <a:ext cx="6886841" cy="30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4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B71482-E6EA-6E4D-4F42-D53E6BAF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CH" dirty="0"/>
              <a:t>Aktuelle Situation</a:t>
            </a:r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2587D2B4-BA64-DEE5-90F4-B16F1D3FA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52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483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3" name="Rectangle 208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arness the Power of AAPC Certifications - AAPC Knowledge Center">
            <a:extLst>
              <a:ext uri="{FF2B5EF4-FFF2-40B4-BE49-F238E27FC236}">
                <a16:creationId xmlns:a16="http://schemas.microsoft.com/office/drawing/2014/main" id="{BB72C7DC-E395-810E-E6E8-595EBBAB0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7" r="1563" b="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5" name="Rectangle 208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F92A7B-6964-0117-03C8-F41FC9B5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de-DE" sz="4000" dirty="0"/>
              <a:t>Zielsetzung der Arbeit</a:t>
            </a:r>
            <a:endParaRPr lang="de-CH" sz="400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33844D9-B7A6-E9A9-8169-0CDE75F8D57E}"/>
              </a:ext>
            </a:extLst>
          </p:cNvPr>
          <p:cNvSpPr txBox="1">
            <a:spLocks/>
          </p:cNvSpPr>
          <p:nvPr/>
        </p:nvSpPr>
        <p:spPr>
          <a:xfrm>
            <a:off x="838200" y="2050918"/>
            <a:ext cx="3838697" cy="4058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sz="2400" dirty="0"/>
              <a:t>Die Entwicklung eines standardisierten, digitalisierungsfähigen SOLL-Austrittprozessmodells inkl. Anforderungskatalog für die Umsetzung im Ticketing-System.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38330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86527A89-12F9-B642-B224-53270F4280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1268D7-A96B-0131-3E68-930E8ADE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6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Projektumfang</a:t>
            </a:r>
            <a:endParaRPr lang="de-CH" dirty="0"/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B4B7857A-AC8F-1B9D-8954-F72554D36715}"/>
              </a:ext>
            </a:extLst>
          </p:cNvPr>
          <p:cNvGraphicFramePr>
            <a:graphicFrameLocks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4647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C7A0DF-2F60-CA86-3CDE-7A94624C9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36" y="207554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Projektplan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59983E46-6ADB-BC63-E9D8-46FBA9BF3D77}"/>
              </a:ext>
            </a:extLst>
          </p:cNvPr>
          <p:cNvGraphicFramePr>
            <a:graphicFrameLocks noGrp="1"/>
          </p:cNvGraphicFramePr>
          <p:nvPr/>
        </p:nvGraphicFramePr>
        <p:xfrm>
          <a:off x="75304" y="1822348"/>
          <a:ext cx="12016291" cy="4944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149">
                  <a:extLst>
                    <a:ext uri="{9D8B030D-6E8A-4147-A177-3AD203B41FA5}">
                      <a16:colId xmlns:a16="http://schemas.microsoft.com/office/drawing/2014/main" val="124771575"/>
                    </a:ext>
                  </a:extLst>
                </a:gridCol>
                <a:gridCol w="4619571">
                  <a:extLst>
                    <a:ext uri="{9D8B030D-6E8A-4147-A177-3AD203B41FA5}">
                      <a16:colId xmlns:a16="http://schemas.microsoft.com/office/drawing/2014/main" val="4134721229"/>
                    </a:ext>
                  </a:extLst>
                </a:gridCol>
                <a:gridCol w="4619571">
                  <a:extLst>
                    <a:ext uri="{9D8B030D-6E8A-4147-A177-3AD203B41FA5}">
                      <a16:colId xmlns:a16="http://schemas.microsoft.com/office/drawing/2014/main" val="3140158164"/>
                    </a:ext>
                  </a:extLst>
                </a:gridCol>
              </a:tblGrid>
              <a:tr h="419094">
                <a:tc>
                  <a:txBody>
                    <a:bodyPr/>
                    <a:lstStyle/>
                    <a:p>
                      <a:r>
                        <a:rPr lang="de-DE" sz="1800"/>
                        <a:t>Phase</a:t>
                      </a:r>
                      <a:endParaRPr lang="de-CH" sz="1800"/>
                    </a:p>
                  </a:txBody>
                  <a:tcPr marL="92979" marR="92979" marT="46489" marB="46489"/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Aktivitäten</a:t>
                      </a:r>
                      <a:endParaRPr lang="de-CH" sz="1800"/>
                    </a:p>
                  </a:txBody>
                  <a:tcPr marL="92979" marR="92979" marT="46489" marB="46489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Output</a:t>
                      </a:r>
                      <a:endParaRPr lang="de-CH" sz="1800" dirty="0"/>
                    </a:p>
                  </a:txBody>
                  <a:tcPr marL="92979" marR="92979" marT="46489" marB="46489"/>
                </a:tc>
                <a:extLst>
                  <a:ext uri="{0D108BD9-81ED-4DB2-BD59-A6C34878D82A}">
                    <a16:rowId xmlns:a16="http://schemas.microsoft.com/office/drawing/2014/main" val="2076369401"/>
                  </a:ext>
                </a:extLst>
              </a:tr>
              <a:tr h="2148072">
                <a:tc>
                  <a:txBody>
                    <a:bodyPr/>
                    <a:lstStyle/>
                    <a:p>
                      <a:r>
                        <a:rPr lang="de-DE" sz="1800" b="1"/>
                        <a:t>Projektinitialisierung</a:t>
                      </a:r>
                    </a:p>
                    <a:p>
                      <a:r>
                        <a:rPr lang="de-DE" sz="1600"/>
                        <a:t>Kick-off-Meeting</a:t>
                      </a:r>
                      <a:endParaRPr lang="de-CH" sz="1600"/>
                    </a:p>
                  </a:txBody>
                  <a:tcPr marL="92979" marR="92979" marT="46489" marB="46489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Definition Akzeptanzkriterien und </a:t>
                      </a:r>
                      <a:r>
                        <a:rPr lang="de-DE" sz="1600" dirty="0" err="1"/>
                        <a:t>Messgrössen</a:t>
                      </a:r>
                      <a:endParaRPr lang="de-DE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dirty="0"/>
                        <a:t>Definition der methodischen Vorgehensweise (</a:t>
                      </a:r>
                      <a:r>
                        <a:rPr lang="de-DE" sz="1600" dirty="0"/>
                        <a:t>Literaturrecherche)</a:t>
                      </a:r>
                      <a:endParaRPr lang="de-CH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Stakeholder-Analyse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Erstellung Interviewleitfaden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Workshop-Ablaufplanung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Termine für Interviews und Workshops festlegen</a:t>
                      </a:r>
                      <a:endParaRPr lang="de-CH" sz="1600" dirty="0"/>
                    </a:p>
                  </a:txBody>
                  <a:tcPr marL="92979" marR="92979" marT="46489" marB="464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Disposition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Theoretischer Bezugsrahmen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Methodenkonzept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Stakeholder-Analyse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Interviewleitfaden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Ablauf Workshop „Pain-Point-Identifikation“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Termine festgelegt</a:t>
                      </a:r>
                      <a:endParaRPr lang="de-CH" sz="1600" dirty="0"/>
                    </a:p>
                  </a:txBody>
                  <a:tcPr marL="92979" marR="92979" marT="46489" marB="46489"/>
                </a:tc>
                <a:extLst>
                  <a:ext uri="{0D108BD9-81ED-4DB2-BD59-A6C34878D82A}">
                    <a16:rowId xmlns:a16="http://schemas.microsoft.com/office/drawing/2014/main" val="2284883300"/>
                  </a:ext>
                </a:extLst>
              </a:tr>
              <a:tr h="2377045">
                <a:tc>
                  <a:txBody>
                    <a:bodyPr/>
                    <a:lstStyle/>
                    <a:p>
                      <a:r>
                        <a:rPr lang="de-DE" sz="1800" b="1"/>
                        <a:t>IST-Erhebung</a:t>
                      </a:r>
                    </a:p>
                    <a:p>
                      <a:r>
                        <a:rPr lang="de-DE" sz="1600"/>
                        <a:t>Experteninterviews</a:t>
                      </a:r>
                    </a:p>
                    <a:p>
                      <a:r>
                        <a:rPr lang="de-DE" sz="1600"/>
                        <a:t>Workshop „Pain-Point-Identifikation“</a:t>
                      </a:r>
                      <a:endParaRPr lang="de-CH" sz="1600"/>
                    </a:p>
                  </a:txBody>
                  <a:tcPr marL="92979" marR="92979" marT="46489" marB="464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Dokumentenanalyse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Experteninterviews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IST-Modellierung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Durchführung eines Workshops zur Identifikation von Pain Points</a:t>
                      </a:r>
                      <a:endParaRPr lang="de-DE" sz="1600" dirty="0">
                        <a:highlight>
                          <a:srgbClr val="FFFF00"/>
                        </a:highlight>
                      </a:endParaRPr>
                    </a:p>
                  </a:txBody>
                  <a:tcPr marL="92979" marR="92979" marT="46489" marB="464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 dirty="0"/>
                        <a:t>Analyse bestehender Dokumente, </a:t>
                      </a:r>
                      <a:r>
                        <a:rPr lang="de-DE" sz="1600" dirty="0"/>
                        <a:t>Interview- und Workshop-Auswertung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Validierter IST-Prozess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Identifizierte Pain-Points</a:t>
                      </a:r>
                    </a:p>
                  </a:txBody>
                  <a:tcPr marL="92979" marR="92979" marT="46489" marB="46489"/>
                </a:tc>
                <a:extLst>
                  <a:ext uri="{0D108BD9-81ED-4DB2-BD59-A6C34878D82A}">
                    <a16:rowId xmlns:a16="http://schemas.microsoft.com/office/drawing/2014/main" val="1764241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04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50F1B-0A68-D884-07E9-69206CE09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860BAF23-C506-E600-7246-36798A3C5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F3785F90-B44B-F204-B05F-8EC821647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887715B8-1F7A-2609-17EB-05CD8A1E6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D40A0E01-C283-D2F5-12B6-46A79E256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9D3F4E-2624-BA3C-3E62-43A3B197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11" y="207554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Projektplan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4FBA240B-281B-A30F-9341-F70CD41FABCF}"/>
              </a:ext>
            </a:extLst>
          </p:cNvPr>
          <p:cNvGraphicFramePr>
            <a:graphicFrameLocks noGrp="1"/>
          </p:cNvGraphicFramePr>
          <p:nvPr/>
        </p:nvGraphicFramePr>
        <p:xfrm>
          <a:off x="78580" y="1822348"/>
          <a:ext cx="12034836" cy="4933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9166">
                  <a:extLst>
                    <a:ext uri="{9D8B030D-6E8A-4147-A177-3AD203B41FA5}">
                      <a16:colId xmlns:a16="http://schemas.microsoft.com/office/drawing/2014/main" val="124771575"/>
                    </a:ext>
                  </a:extLst>
                </a:gridCol>
                <a:gridCol w="4615030">
                  <a:extLst>
                    <a:ext uri="{9D8B030D-6E8A-4147-A177-3AD203B41FA5}">
                      <a16:colId xmlns:a16="http://schemas.microsoft.com/office/drawing/2014/main" val="4134721229"/>
                    </a:ext>
                  </a:extLst>
                </a:gridCol>
                <a:gridCol w="4690640">
                  <a:extLst>
                    <a:ext uri="{9D8B030D-6E8A-4147-A177-3AD203B41FA5}">
                      <a16:colId xmlns:a16="http://schemas.microsoft.com/office/drawing/2014/main" val="3140158164"/>
                    </a:ext>
                  </a:extLst>
                </a:gridCol>
              </a:tblGrid>
              <a:tr h="375833">
                <a:tc>
                  <a:txBody>
                    <a:bodyPr/>
                    <a:lstStyle/>
                    <a:p>
                      <a:r>
                        <a:rPr lang="de-DE"/>
                        <a:t>Phase</a:t>
                      </a:r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Aktivitäten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Output</a:t>
                      </a:r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69401"/>
                  </a:ext>
                </a:extLst>
              </a:tr>
              <a:tr h="1194633">
                <a:tc>
                  <a:txBody>
                    <a:bodyPr/>
                    <a:lstStyle/>
                    <a:p>
                      <a:r>
                        <a:rPr lang="de-DE" sz="1800" b="1" dirty="0"/>
                        <a:t>IST-Analyse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Pain-Point-Analyse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Workshop-Ablaufplanung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Dokumentierte Pain-Points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Ablauf Workshop „SOLL-Konzept Validation“</a:t>
                      </a: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883300"/>
                  </a:ext>
                </a:extLst>
              </a:tr>
              <a:tr h="1847845">
                <a:tc>
                  <a:txBody>
                    <a:bodyPr/>
                    <a:lstStyle/>
                    <a:p>
                      <a:r>
                        <a:rPr lang="de-DE" b="1" dirty="0"/>
                        <a:t>Konzeption und Modellierung des SOLL-Konzepts</a:t>
                      </a:r>
                    </a:p>
                    <a:p>
                      <a:r>
                        <a:rPr lang="de-DE" sz="1600" dirty="0"/>
                        <a:t>Workshop „SOLL-Konzept Validation“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/>
                        <a:t>Zwischenpräsentation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Identifikation Optimierungspotenziale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Entwurf SOLL-Modellierung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Workshop für die Validierung des SOLL-Konzepts durchführen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SOLL-Konzept finalisieren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Konkretisierung der Anforderungen im Zielprozess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Abgenommener SOLL-Prozess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600" dirty="0"/>
                        <a:t>Anforderungskatalog (User Stories inkl. Use Cases)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CH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241604"/>
                  </a:ext>
                </a:extLst>
              </a:tr>
              <a:tr h="1515143">
                <a:tc>
                  <a:txBody>
                    <a:bodyPr/>
                    <a:lstStyle/>
                    <a:p>
                      <a:r>
                        <a:rPr lang="de-DE" sz="1800" b="1"/>
                        <a:t>Detailspezifikation</a:t>
                      </a:r>
                    </a:p>
                    <a:p>
                      <a:r>
                        <a:rPr lang="de-DE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Experteninterview</a:t>
                      </a:r>
                    </a:p>
                    <a:p>
                      <a:r>
                        <a:rPr lang="de-DE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Schlusspräsentation</a:t>
                      </a:r>
                      <a:endParaRPr lang="de-CH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Experteninterview IT-Abteilung (Jira)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Anforderungsspezifikation zur Abbildung im Ticketing-System</a:t>
                      </a:r>
                      <a:endParaRPr lang="de-C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Detailspezifikation an das Ticketing-System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Projektabnahme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de-DE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600" dirty="0"/>
                        <a:t>Nach Abnahme: Management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94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6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50EBBF-DD5B-6792-0E25-939A89C9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72" y="278535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Rollen und Zusammenarbeit</a:t>
            </a:r>
            <a:endParaRPr lang="de-CH" sz="4000" dirty="0">
              <a:solidFill>
                <a:srgbClr val="FFFFFF"/>
              </a:solidFill>
            </a:endParaRPr>
          </a:p>
        </p:txBody>
      </p:sp>
      <p:graphicFrame>
        <p:nvGraphicFramePr>
          <p:cNvPr id="9" name="Inhaltsplatzhalter 2">
            <a:extLst>
              <a:ext uri="{FF2B5EF4-FFF2-40B4-BE49-F238E27FC236}">
                <a16:creationId xmlns:a16="http://schemas.microsoft.com/office/drawing/2014/main" id="{37E71FD8-8FB7-DFCF-B066-00FD9B870E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020278"/>
              </p:ext>
            </p:extLst>
          </p:nvPr>
        </p:nvGraphicFramePr>
        <p:xfrm>
          <a:off x="578872" y="1711528"/>
          <a:ext cx="11034252" cy="5032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16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FA86-F20D-B892-B784-CE11ED8A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titel">
            <a:extLst>
              <a:ext uri="{FF2B5EF4-FFF2-40B4-BE49-F238E27FC236}">
                <a16:creationId xmlns:a16="http://schemas.microsoft.com/office/drawing/2014/main" id="{7C99172E-AEFD-A013-C80C-8FD1F690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96" y="268552"/>
            <a:ext cx="6801615" cy="540000"/>
          </a:xfrm>
        </p:spPr>
        <p:txBody>
          <a:bodyPr rtlCol="0">
            <a:noAutofit/>
          </a:bodyPr>
          <a:lstStyle/>
          <a:p>
            <a:r>
              <a:rPr lang="de-CH" sz="4000" dirty="0"/>
              <a:t>Phase 1: Projektinitialisierung</a:t>
            </a:r>
            <a:endParaRPr lang="de-DE" sz="4000" dirty="0"/>
          </a:p>
        </p:txBody>
      </p:sp>
      <p:cxnSp>
        <p:nvCxnSpPr>
          <p:cNvPr id="124" name="Gerader Verbinder 123" descr="Zeitachse">
            <a:extLst>
              <a:ext uri="{FF2B5EF4-FFF2-40B4-BE49-F238E27FC236}">
                <a16:creationId xmlns:a16="http://schemas.microsoft.com/office/drawing/2014/main" id="{59C28C22-51A8-C711-190A-6AF66CF0ED03}"/>
              </a:ext>
            </a:extLst>
          </p:cNvPr>
          <p:cNvCxnSpPr>
            <a:cxnSpLocks/>
          </p:cNvCxnSpPr>
          <p:nvPr/>
        </p:nvCxnSpPr>
        <p:spPr>
          <a:xfrm flipH="1">
            <a:off x="97971" y="6165627"/>
            <a:ext cx="12094029" cy="0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20" descr="Jahr 1">
            <a:extLst>
              <a:ext uri="{FF2B5EF4-FFF2-40B4-BE49-F238E27FC236}">
                <a16:creationId xmlns:a16="http://schemas.microsoft.com/office/drawing/2014/main" id="{2735DC4D-F5FB-DBC2-339D-E18E921EB8A2}"/>
              </a:ext>
            </a:extLst>
          </p:cNvPr>
          <p:cNvGrpSpPr/>
          <p:nvPr/>
        </p:nvGrpSpPr>
        <p:grpSpPr>
          <a:xfrm>
            <a:off x="142490" y="5163683"/>
            <a:ext cx="11465677" cy="1739197"/>
            <a:chOff x="1074381" y="5146634"/>
            <a:chExt cx="2138670" cy="1739197"/>
          </a:xfrm>
        </p:grpSpPr>
        <p:sp>
          <p:nvSpPr>
            <p:cNvPr id="195" name="Textfeld 194">
              <a:extLst>
                <a:ext uri="{FF2B5EF4-FFF2-40B4-BE49-F238E27FC236}">
                  <a16:creationId xmlns:a16="http://schemas.microsoft.com/office/drawing/2014/main" id="{D0C0820A-7A33-371F-F37B-30A0F42C8BCB}"/>
                </a:ext>
              </a:extLst>
            </p:cNvPr>
            <p:cNvSpPr txBox="1"/>
            <p:nvPr/>
          </p:nvSpPr>
          <p:spPr>
            <a:xfrm>
              <a:off x="1263516" y="6632097"/>
              <a:ext cx="1828526" cy="25373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Projektinitialisierung</a:t>
              </a:r>
            </a:p>
          </p:txBody>
        </p:sp>
        <p:sp>
          <p:nvSpPr>
            <p:cNvPr id="2" name="Rechteck: Abgerundete Ecken 1" title="Jahresbalken">
              <a:extLst>
                <a:ext uri="{FF2B5EF4-FFF2-40B4-BE49-F238E27FC236}">
                  <a16:creationId xmlns:a16="http://schemas.microsoft.com/office/drawing/2014/main" id="{E5ABABFA-687A-E5CA-88DE-23E8C394E75C}"/>
                </a:ext>
              </a:extLst>
            </p:cNvPr>
            <p:cNvSpPr/>
            <p:nvPr/>
          </p:nvSpPr>
          <p:spPr>
            <a:xfrm>
              <a:off x="1147186" y="6402132"/>
              <a:ext cx="2065865" cy="144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de-DE" sz="1200" dirty="0"/>
                <a:t>25.03. – 17.04.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581B83AD-6E80-16F8-B707-2B0D0A9FDFA5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ABC0084B-A58E-042B-FCD0-2D949D7BC9AD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Q3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Gerader Verbinder 113" title="Q-Zeilen">
              <a:extLst>
                <a:ext uri="{FF2B5EF4-FFF2-40B4-BE49-F238E27FC236}">
                  <a16:creationId xmlns:a16="http://schemas.microsoft.com/office/drawing/2014/main" id="{589CFB2E-4B80-4011-05C2-DAD94F4E3F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0" y="5146634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8" name="Gerader Verbinder 337">
            <a:extLst>
              <a:ext uri="{FF2B5EF4-FFF2-40B4-BE49-F238E27FC236}">
                <a16:creationId xmlns:a16="http://schemas.microsoft.com/office/drawing/2014/main" id="{66B937AE-1560-BC33-F11E-2597E435A713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177784" y="4041650"/>
            <a:ext cx="1" cy="2123977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0" name="Gerader Verbinder 339">
            <a:extLst>
              <a:ext uri="{FF2B5EF4-FFF2-40B4-BE49-F238E27FC236}">
                <a16:creationId xmlns:a16="http://schemas.microsoft.com/office/drawing/2014/main" id="{11920047-D13D-D6F5-91ED-48D1C4AA42B6}"/>
              </a:ext>
            </a:extLst>
          </p:cNvPr>
          <p:cNvCxnSpPr/>
          <p:nvPr/>
        </p:nvCxnSpPr>
        <p:spPr>
          <a:xfrm flipV="1">
            <a:off x="583832" y="2250059"/>
            <a:ext cx="0" cy="3869346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uppieren 16" title="Meilenstein">
            <a:extLst>
              <a:ext uri="{FF2B5EF4-FFF2-40B4-BE49-F238E27FC236}">
                <a16:creationId xmlns:a16="http://schemas.microsoft.com/office/drawing/2014/main" id="{AF0E6B28-0022-6698-6E2E-7730B07CBD4D}"/>
              </a:ext>
            </a:extLst>
          </p:cNvPr>
          <p:cNvGrpSpPr/>
          <p:nvPr/>
        </p:nvGrpSpPr>
        <p:grpSpPr>
          <a:xfrm>
            <a:off x="-111092" y="1109562"/>
            <a:ext cx="1890760" cy="1115313"/>
            <a:chOff x="8254789" y="916375"/>
            <a:chExt cx="1890760" cy="1115313"/>
          </a:xfrm>
        </p:grpSpPr>
        <p:grpSp>
          <p:nvGrpSpPr>
            <p:cNvPr id="7" name="Gruppieren 6" title="Meilensteintext">
              <a:extLst>
                <a:ext uri="{FF2B5EF4-FFF2-40B4-BE49-F238E27FC236}">
                  <a16:creationId xmlns:a16="http://schemas.microsoft.com/office/drawing/2014/main" id="{7679607B-85AB-B04B-363E-714F7DD1E1F5}"/>
                </a:ext>
              </a:extLst>
            </p:cNvPr>
            <p:cNvGrpSpPr/>
            <p:nvPr/>
          </p:nvGrpSpPr>
          <p:grpSpPr>
            <a:xfrm>
              <a:off x="8838171" y="916375"/>
              <a:ext cx="1307378" cy="941081"/>
              <a:chOff x="9170729" y="2649436"/>
              <a:chExt cx="1307378" cy="941081"/>
            </a:xfrm>
          </p:grpSpPr>
          <p:sp>
            <p:nvSpPr>
              <p:cNvPr id="171" name="Textfeld 170">
                <a:extLst>
                  <a:ext uri="{FF2B5EF4-FFF2-40B4-BE49-F238E27FC236}">
                    <a16:creationId xmlns:a16="http://schemas.microsoft.com/office/drawing/2014/main" id="{397B16B4-14A9-475B-E2EA-5FE19EFD0FDA}"/>
                  </a:ext>
                </a:extLst>
              </p:cNvPr>
              <p:cNvSpPr txBox="1"/>
              <p:nvPr/>
            </p:nvSpPr>
            <p:spPr>
              <a:xfrm>
                <a:off x="9170729" y="2649436"/>
                <a:ext cx="12947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2800" dirty="0">
                    <a:solidFill>
                      <a:schemeClr val="accent3"/>
                    </a:solidFill>
                  </a:rPr>
                  <a:t>Heute</a:t>
                </a:r>
                <a:endParaRPr lang="de-DE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72" name="Textfeld 171">
                <a:extLst>
                  <a:ext uri="{FF2B5EF4-FFF2-40B4-BE49-F238E27FC236}">
                    <a16:creationId xmlns:a16="http://schemas.microsoft.com/office/drawing/2014/main" id="{D402A822-CCA0-A718-FFD8-3C6A28887A5A}"/>
                  </a:ext>
                </a:extLst>
              </p:cNvPr>
              <p:cNvSpPr txBox="1"/>
              <p:nvPr/>
            </p:nvSpPr>
            <p:spPr>
              <a:xfrm>
                <a:off x="9170729" y="3133602"/>
                <a:ext cx="1294782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Kick-off Meeting</a:t>
                </a:r>
              </a:p>
            </p:txBody>
          </p:sp>
          <p:sp>
            <p:nvSpPr>
              <p:cNvPr id="173" name="Textfeld 172">
                <a:extLst>
                  <a:ext uri="{FF2B5EF4-FFF2-40B4-BE49-F238E27FC236}">
                    <a16:creationId xmlns:a16="http://schemas.microsoft.com/office/drawing/2014/main" id="{878B688D-7707-4BDE-F472-7A73C1A67817}"/>
                  </a:ext>
                </a:extLst>
              </p:cNvPr>
              <p:cNvSpPr txBox="1"/>
              <p:nvPr/>
            </p:nvSpPr>
            <p:spPr>
              <a:xfrm>
                <a:off x="9183326" y="3354780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25.03.2026</a:t>
                </a:r>
              </a:p>
            </p:txBody>
          </p:sp>
        </p:grpSp>
        <p:pic>
          <p:nvPicPr>
            <p:cNvPr id="187" name="Grafik 186" descr="Kennzeichnung">
              <a:extLst>
                <a:ext uri="{FF2B5EF4-FFF2-40B4-BE49-F238E27FC236}">
                  <a16:creationId xmlns:a16="http://schemas.microsoft.com/office/drawing/2014/main" id="{B49777BF-EAEB-0F5D-26D0-D1DB98DCA4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8254789" y="1027143"/>
              <a:ext cx="573660" cy="422383"/>
            </a:xfrm>
            <a:prstGeom prst="rect">
              <a:avLst/>
            </a:prstGeom>
          </p:spPr>
        </p:pic>
        <p:sp>
          <p:nvSpPr>
            <p:cNvPr id="201" name="Rechteck: Abgerundete Ecken 200" title="Meilensteingrafik">
              <a:extLst>
                <a:ext uri="{FF2B5EF4-FFF2-40B4-BE49-F238E27FC236}">
                  <a16:creationId xmlns:a16="http://schemas.microsoft.com/office/drawing/2014/main" id="{C5CCC938-B539-EF9E-169F-EE14185E0444}"/>
                </a:ext>
              </a:extLst>
            </p:cNvPr>
            <p:cNvSpPr/>
            <p:nvPr/>
          </p:nvSpPr>
          <p:spPr>
            <a:xfrm>
              <a:off x="8816988" y="1880567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41" name="Grafik 40" descr="Symbol &quot;aktiviert&quot;">
              <a:extLst>
                <a:ext uri="{FF2B5EF4-FFF2-40B4-BE49-F238E27FC236}">
                  <a16:creationId xmlns:a16="http://schemas.microsoft.com/office/drawing/2014/main" id="{BB662134-54E4-395D-6787-9CFE4D0BFC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0199" t="23238" r="22077" b="24597"/>
            <a:stretch/>
          </p:blipFill>
          <p:spPr>
            <a:xfrm>
              <a:off x="8434681" y="1086592"/>
              <a:ext cx="371215" cy="335466"/>
            </a:xfrm>
            <a:prstGeom prst="rect">
              <a:avLst/>
            </a:prstGeom>
          </p:spPr>
        </p:pic>
      </p:grpSp>
      <p:grpSp>
        <p:nvGrpSpPr>
          <p:cNvPr id="92" name="Gruppieren 91" title="Meilenstein">
            <a:extLst>
              <a:ext uri="{FF2B5EF4-FFF2-40B4-BE49-F238E27FC236}">
                <a16:creationId xmlns:a16="http://schemas.microsoft.com/office/drawing/2014/main" id="{6142B82D-386E-B846-6E2E-21159F6B3BAD}"/>
              </a:ext>
            </a:extLst>
          </p:cNvPr>
          <p:cNvGrpSpPr/>
          <p:nvPr/>
        </p:nvGrpSpPr>
        <p:grpSpPr>
          <a:xfrm>
            <a:off x="5123395" y="925223"/>
            <a:ext cx="2915777" cy="890110"/>
            <a:chOff x="446364" y="3941173"/>
            <a:chExt cx="1924272" cy="443334"/>
          </a:xfrm>
        </p:grpSpPr>
        <p:grpSp>
          <p:nvGrpSpPr>
            <p:cNvPr id="93" name="Gruppieren 92" title="Meilensteintext">
              <a:extLst>
                <a:ext uri="{FF2B5EF4-FFF2-40B4-BE49-F238E27FC236}">
                  <a16:creationId xmlns:a16="http://schemas.microsoft.com/office/drawing/2014/main" id="{B01ABD85-75ED-7495-2934-C7C58674BEDB}"/>
                </a:ext>
              </a:extLst>
            </p:cNvPr>
            <p:cNvGrpSpPr/>
            <p:nvPr/>
          </p:nvGrpSpPr>
          <p:grpSpPr>
            <a:xfrm>
              <a:off x="1075854" y="3941173"/>
              <a:ext cx="1294782" cy="365735"/>
              <a:chOff x="1507947" y="3654517"/>
              <a:chExt cx="1294782" cy="365735"/>
            </a:xfrm>
          </p:grpSpPr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E73E24C6-E477-1A43-CD52-3D4F7F5F042D}"/>
                  </a:ext>
                </a:extLst>
              </p:cNvPr>
              <p:cNvSpPr txBox="1"/>
              <p:nvPr/>
            </p:nvSpPr>
            <p:spPr>
              <a:xfrm>
                <a:off x="1507947" y="3654517"/>
                <a:ext cx="1294782" cy="919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Disposition eingereicht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8A71F06E-36A0-CB48-62A9-6CF82D4ECFAC}"/>
                  </a:ext>
                </a:extLst>
              </p:cNvPr>
              <p:cNvSpPr txBox="1"/>
              <p:nvPr/>
            </p:nvSpPr>
            <p:spPr>
              <a:xfrm>
                <a:off x="1521028" y="3746082"/>
                <a:ext cx="893748" cy="27417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r>
                  <a:rPr lang="de-DE"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08.04.2026 (Deadline: 22.04.2026)</a:t>
                </a:r>
                <a:endParaRPr lang="de-DE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94" name="Rechteck: Abgerundete Ecken 112" title="Meilensteingrafik">
              <a:extLst>
                <a:ext uri="{FF2B5EF4-FFF2-40B4-BE49-F238E27FC236}">
                  <a16:creationId xmlns:a16="http://schemas.microsoft.com/office/drawing/2014/main" id="{6E8BB55A-F0B9-ED39-A873-65EE5092BEC5}"/>
                </a:ext>
              </a:extLst>
            </p:cNvPr>
            <p:cNvSpPr/>
            <p:nvPr/>
          </p:nvSpPr>
          <p:spPr>
            <a:xfrm>
              <a:off x="1029549" y="4221405"/>
              <a:ext cx="873222" cy="1511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95" name="Grafik 94" title="Meilensteinkennzeichen">
              <a:extLst>
                <a:ext uri="{FF2B5EF4-FFF2-40B4-BE49-F238E27FC236}">
                  <a16:creationId xmlns:a16="http://schemas.microsoft.com/office/drawing/2014/main" id="{BF0059C4-5921-AD3E-CB25-11FA030159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3525" t="18748" r="17129" b="44918"/>
            <a:stretch/>
          </p:blipFill>
          <p:spPr>
            <a:xfrm flipH="1">
              <a:off x="446364" y="3962124"/>
              <a:ext cx="573660" cy="422383"/>
            </a:xfrm>
            <a:prstGeom prst="rect">
              <a:avLst/>
            </a:prstGeom>
          </p:spPr>
        </p:pic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FC8B2C95-F6D8-20F7-FE05-98BD95B87920}"/>
                </a:ext>
              </a:extLst>
            </p:cNvPr>
            <p:cNvSpPr/>
            <p:nvPr/>
          </p:nvSpPr>
          <p:spPr>
            <a:xfrm>
              <a:off x="742177" y="4054460"/>
              <a:ext cx="229777" cy="13796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02</a:t>
              </a:r>
            </a:p>
          </p:txBody>
        </p:sp>
      </p:grpSp>
      <p:grpSp>
        <p:nvGrpSpPr>
          <p:cNvPr id="3" name="Gruppieren 2" title="Meilenstein">
            <a:extLst>
              <a:ext uri="{FF2B5EF4-FFF2-40B4-BE49-F238E27FC236}">
                <a16:creationId xmlns:a16="http://schemas.microsoft.com/office/drawing/2014/main" id="{B6A58861-2D0A-947A-E8DB-A7F0F1FA26B1}"/>
              </a:ext>
            </a:extLst>
          </p:cNvPr>
          <p:cNvGrpSpPr/>
          <p:nvPr/>
        </p:nvGrpSpPr>
        <p:grpSpPr>
          <a:xfrm>
            <a:off x="679177" y="3236102"/>
            <a:ext cx="1673358" cy="805548"/>
            <a:chOff x="1050824" y="3974802"/>
            <a:chExt cx="1465293" cy="697565"/>
          </a:xfrm>
        </p:grpSpPr>
        <p:grpSp>
          <p:nvGrpSpPr>
            <p:cNvPr id="4" name="Gruppieren 3" title="Meilensteintext">
              <a:extLst>
                <a:ext uri="{FF2B5EF4-FFF2-40B4-BE49-F238E27FC236}">
                  <a16:creationId xmlns:a16="http://schemas.microsoft.com/office/drawing/2014/main" id="{71450AA7-EB4A-63FB-3409-17762CAA22FE}"/>
                </a:ext>
              </a:extLst>
            </p:cNvPr>
            <p:cNvGrpSpPr/>
            <p:nvPr/>
          </p:nvGrpSpPr>
          <p:grpSpPr>
            <a:xfrm>
              <a:off x="1056039" y="3974802"/>
              <a:ext cx="1460078" cy="565784"/>
              <a:chOff x="1488132" y="3688146"/>
              <a:chExt cx="1460078" cy="565784"/>
            </a:xfrm>
          </p:grpSpPr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8746C9C-F68F-1136-1FB6-278DE89B9B6D}"/>
                  </a:ext>
                </a:extLst>
              </p:cNvPr>
              <p:cNvSpPr txBox="1"/>
              <p:nvPr/>
            </p:nvSpPr>
            <p:spPr>
              <a:xfrm>
                <a:off x="1495215" y="3688146"/>
                <a:ext cx="1452995" cy="2798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Gesprächsprotokoll „Kick-off Meeting“ eingereicht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33FC036-E16F-05FE-C918-A7C78F5CF1AB}"/>
                  </a:ext>
                </a:extLst>
              </p:cNvPr>
              <p:cNvSpPr txBox="1"/>
              <p:nvPr/>
            </p:nvSpPr>
            <p:spPr>
              <a:xfrm>
                <a:off x="1488132" y="4018193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01.04.2026</a:t>
                </a:r>
              </a:p>
            </p:txBody>
          </p:sp>
        </p:grpSp>
        <p:sp>
          <p:nvSpPr>
            <p:cNvPr id="5" name="Rechteck: Abgerundete Ecken 112" title="Meilensteingrafik">
              <a:extLst>
                <a:ext uri="{FF2B5EF4-FFF2-40B4-BE49-F238E27FC236}">
                  <a16:creationId xmlns:a16="http://schemas.microsoft.com/office/drawing/2014/main" id="{05EE7590-3656-C035-0092-EEF55DB0AD06}"/>
                </a:ext>
              </a:extLst>
            </p:cNvPr>
            <p:cNvSpPr/>
            <p:nvPr/>
          </p:nvSpPr>
          <p:spPr>
            <a:xfrm>
              <a:off x="1050824" y="4521246"/>
              <a:ext cx="873222" cy="1511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grpSp>
        <p:nvGrpSpPr>
          <p:cNvPr id="12" name="Gruppieren 11" title="Meilenstein">
            <a:extLst>
              <a:ext uri="{FF2B5EF4-FFF2-40B4-BE49-F238E27FC236}">
                <a16:creationId xmlns:a16="http://schemas.microsoft.com/office/drawing/2014/main" id="{A4E10B16-526A-C733-D50D-7901BA072D32}"/>
              </a:ext>
            </a:extLst>
          </p:cNvPr>
          <p:cNvGrpSpPr/>
          <p:nvPr/>
        </p:nvGrpSpPr>
        <p:grpSpPr>
          <a:xfrm>
            <a:off x="4971631" y="4076786"/>
            <a:ext cx="1674060" cy="571783"/>
            <a:chOff x="1050209" y="3974802"/>
            <a:chExt cx="1465908" cy="495136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939B282-A83D-C414-8C9E-A4B44788806A}"/>
                </a:ext>
              </a:extLst>
            </p:cNvPr>
            <p:cNvSpPr txBox="1"/>
            <p:nvPr/>
          </p:nvSpPr>
          <p:spPr>
            <a:xfrm>
              <a:off x="1063122" y="3974802"/>
              <a:ext cx="1452995" cy="2798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de-DE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Stakeholder-Analyse erstellt</a:t>
              </a:r>
            </a:p>
          </p:txBody>
        </p:sp>
        <p:sp>
          <p:nvSpPr>
            <p:cNvPr id="16" name="Rechteck: Abgerundete Ecken 112" title="Meilensteingrafik">
              <a:extLst>
                <a:ext uri="{FF2B5EF4-FFF2-40B4-BE49-F238E27FC236}">
                  <a16:creationId xmlns:a16="http://schemas.microsoft.com/office/drawing/2014/main" id="{6E0CD703-3D54-1A99-01F7-FE14B7B33B39}"/>
                </a:ext>
              </a:extLst>
            </p:cNvPr>
            <p:cNvSpPr/>
            <p:nvPr/>
          </p:nvSpPr>
          <p:spPr>
            <a:xfrm>
              <a:off x="1050209" y="4318817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grpSp>
        <p:nvGrpSpPr>
          <p:cNvPr id="20" name="Gruppieren 19" title="Meilenstein">
            <a:extLst>
              <a:ext uri="{FF2B5EF4-FFF2-40B4-BE49-F238E27FC236}">
                <a16:creationId xmlns:a16="http://schemas.microsoft.com/office/drawing/2014/main" id="{2636064A-89C3-0B62-1E45-A74BC9FC3E76}"/>
              </a:ext>
            </a:extLst>
          </p:cNvPr>
          <p:cNvGrpSpPr/>
          <p:nvPr/>
        </p:nvGrpSpPr>
        <p:grpSpPr>
          <a:xfrm>
            <a:off x="3648627" y="3203877"/>
            <a:ext cx="1659313" cy="566197"/>
            <a:chOff x="1063122" y="3974802"/>
            <a:chExt cx="1452995" cy="490299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ADD291ED-ED1D-3038-32C3-34EE8BD6ED88}"/>
                </a:ext>
              </a:extLst>
            </p:cNvPr>
            <p:cNvSpPr txBox="1"/>
            <p:nvPr/>
          </p:nvSpPr>
          <p:spPr>
            <a:xfrm>
              <a:off x="1063122" y="3974802"/>
              <a:ext cx="1452995" cy="2798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de-DE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Projektplanung überarbeitet</a:t>
              </a:r>
            </a:p>
          </p:txBody>
        </p:sp>
        <p:sp>
          <p:nvSpPr>
            <p:cNvPr id="23" name="Rechteck: Abgerundete Ecken 112" title="Meilensteingrafik">
              <a:extLst>
                <a:ext uri="{FF2B5EF4-FFF2-40B4-BE49-F238E27FC236}">
                  <a16:creationId xmlns:a16="http://schemas.microsoft.com/office/drawing/2014/main" id="{BF1CB206-5D0D-A3F3-C179-7ABC811114DA}"/>
                </a:ext>
              </a:extLst>
            </p:cNvPr>
            <p:cNvSpPr/>
            <p:nvPr/>
          </p:nvSpPr>
          <p:spPr>
            <a:xfrm>
              <a:off x="1063122" y="4313980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grpSp>
        <p:nvGrpSpPr>
          <p:cNvPr id="26" name="Gruppieren 25" title="Meilenstein">
            <a:extLst>
              <a:ext uri="{FF2B5EF4-FFF2-40B4-BE49-F238E27FC236}">
                <a16:creationId xmlns:a16="http://schemas.microsoft.com/office/drawing/2014/main" id="{3BC84E4B-7F54-B162-C0CC-EC5DAA93B0E0}"/>
              </a:ext>
            </a:extLst>
          </p:cNvPr>
          <p:cNvGrpSpPr/>
          <p:nvPr/>
        </p:nvGrpSpPr>
        <p:grpSpPr>
          <a:xfrm>
            <a:off x="7449023" y="2347711"/>
            <a:ext cx="1659313" cy="446955"/>
            <a:chOff x="1063122" y="3974802"/>
            <a:chExt cx="1452995" cy="387041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FDB98FD-B240-E8E6-16E9-4BF9C0D7E8BE}"/>
                </a:ext>
              </a:extLst>
            </p:cNvPr>
            <p:cNvSpPr txBox="1"/>
            <p:nvPr/>
          </p:nvSpPr>
          <p:spPr>
            <a:xfrm>
              <a:off x="1063122" y="3974802"/>
              <a:ext cx="1452995" cy="1399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de-DE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Interviewleitfaden erstellt</a:t>
              </a:r>
            </a:p>
          </p:txBody>
        </p:sp>
        <p:sp>
          <p:nvSpPr>
            <p:cNvPr id="28" name="Rechteck: Abgerundete Ecken 112" title="Meilensteingrafik">
              <a:extLst>
                <a:ext uri="{FF2B5EF4-FFF2-40B4-BE49-F238E27FC236}">
                  <a16:creationId xmlns:a16="http://schemas.microsoft.com/office/drawing/2014/main" id="{60C0C4B0-EFF4-18DC-F4C7-76498481880E}"/>
                </a:ext>
              </a:extLst>
            </p:cNvPr>
            <p:cNvSpPr/>
            <p:nvPr/>
          </p:nvSpPr>
          <p:spPr>
            <a:xfrm>
              <a:off x="1063122" y="4210722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grpSp>
        <p:nvGrpSpPr>
          <p:cNvPr id="32" name="Gruppieren 31" title="Meilenstein">
            <a:extLst>
              <a:ext uri="{FF2B5EF4-FFF2-40B4-BE49-F238E27FC236}">
                <a16:creationId xmlns:a16="http://schemas.microsoft.com/office/drawing/2014/main" id="{2AEF6154-754F-92A2-BC03-DF91FDCFC42D}"/>
              </a:ext>
            </a:extLst>
          </p:cNvPr>
          <p:cNvGrpSpPr/>
          <p:nvPr/>
        </p:nvGrpSpPr>
        <p:grpSpPr>
          <a:xfrm>
            <a:off x="10299553" y="4024907"/>
            <a:ext cx="1829982" cy="828651"/>
            <a:chOff x="1063122" y="4037010"/>
            <a:chExt cx="1452995" cy="476072"/>
          </a:xfrm>
        </p:grpSpPr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30551783-C20B-1E66-121B-9921E0388885}"/>
                </a:ext>
              </a:extLst>
            </p:cNvPr>
            <p:cNvSpPr txBox="1"/>
            <p:nvPr/>
          </p:nvSpPr>
          <p:spPr>
            <a:xfrm>
              <a:off x="1063122" y="4037010"/>
              <a:ext cx="1452995" cy="2798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de-DE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Termine für alle Interviews und Workshops festgelegt</a:t>
              </a:r>
            </a:p>
          </p:txBody>
        </p:sp>
        <p:sp>
          <p:nvSpPr>
            <p:cNvPr id="35" name="Rechteck: Abgerundete Ecken 112" title="Meilensteingrafik">
              <a:extLst>
                <a:ext uri="{FF2B5EF4-FFF2-40B4-BE49-F238E27FC236}">
                  <a16:creationId xmlns:a16="http://schemas.microsoft.com/office/drawing/2014/main" id="{3FAE7395-2E81-478F-40FF-4F21C3A2F558}"/>
                </a:ext>
              </a:extLst>
            </p:cNvPr>
            <p:cNvSpPr/>
            <p:nvPr/>
          </p:nvSpPr>
          <p:spPr>
            <a:xfrm>
              <a:off x="1063122" y="4361961"/>
              <a:ext cx="873222" cy="1511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grpSp>
        <p:nvGrpSpPr>
          <p:cNvPr id="39" name="Gruppieren 38" title="Meilenstein">
            <a:extLst>
              <a:ext uri="{FF2B5EF4-FFF2-40B4-BE49-F238E27FC236}">
                <a16:creationId xmlns:a16="http://schemas.microsoft.com/office/drawing/2014/main" id="{1F6290DC-ECC1-5669-C17E-BA8B58279198}"/>
              </a:ext>
            </a:extLst>
          </p:cNvPr>
          <p:cNvGrpSpPr/>
          <p:nvPr/>
        </p:nvGrpSpPr>
        <p:grpSpPr>
          <a:xfrm>
            <a:off x="8964488" y="3181481"/>
            <a:ext cx="2032664" cy="579483"/>
            <a:chOff x="1063122" y="3974802"/>
            <a:chExt cx="1452995" cy="501804"/>
          </a:xfrm>
        </p:grpSpPr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8A32496B-4C15-A2E7-83FF-BB842AC1E0FB}"/>
                </a:ext>
              </a:extLst>
            </p:cNvPr>
            <p:cNvSpPr txBox="1"/>
            <p:nvPr/>
          </p:nvSpPr>
          <p:spPr>
            <a:xfrm>
              <a:off x="1063122" y="3974802"/>
              <a:ext cx="1452995" cy="4197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de-DE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Ablauf Workshop „Pain-Point-Identifikation“ geplant</a:t>
              </a:r>
            </a:p>
          </p:txBody>
        </p:sp>
        <p:sp>
          <p:nvSpPr>
            <p:cNvPr id="45" name="Rechteck: Abgerundete Ecken 112" title="Meilensteingrafik">
              <a:extLst>
                <a:ext uri="{FF2B5EF4-FFF2-40B4-BE49-F238E27FC236}">
                  <a16:creationId xmlns:a16="http://schemas.microsoft.com/office/drawing/2014/main" id="{73F3BBF6-8BAB-6FB3-A117-792104A8E94B}"/>
                </a:ext>
              </a:extLst>
            </p:cNvPr>
            <p:cNvSpPr/>
            <p:nvPr/>
          </p:nvSpPr>
          <p:spPr>
            <a:xfrm>
              <a:off x="1063122" y="4325485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E0563F1-2500-4323-4A6E-C0FCA58B3526}"/>
              </a:ext>
            </a:extLst>
          </p:cNvPr>
          <p:cNvCxnSpPr>
            <a:cxnSpLocks/>
            <a:endCxn id="82" idx="2"/>
          </p:cNvCxnSpPr>
          <p:nvPr/>
        </p:nvCxnSpPr>
        <p:spPr>
          <a:xfrm flipH="1" flipV="1">
            <a:off x="2849852" y="2683805"/>
            <a:ext cx="8220" cy="3084776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51D72BEC-6793-3EA5-71EE-B60334E02B18}"/>
              </a:ext>
            </a:extLst>
          </p:cNvPr>
          <p:cNvCxnSpPr>
            <a:cxnSpLocks/>
          </p:cNvCxnSpPr>
          <p:nvPr/>
        </p:nvCxnSpPr>
        <p:spPr>
          <a:xfrm flipV="1">
            <a:off x="4020361" y="3929009"/>
            <a:ext cx="0" cy="2218024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8E3E7A19-EAF7-703E-22FC-F82AA5362E6C}"/>
              </a:ext>
            </a:extLst>
          </p:cNvPr>
          <p:cNvCxnSpPr>
            <a:cxnSpLocks/>
          </p:cNvCxnSpPr>
          <p:nvPr/>
        </p:nvCxnSpPr>
        <p:spPr>
          <a:xfrm flipV="1">
            <a:off x="6632528" y="1814906"/>
            <a:ext cx="0" cy="4285062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8E1F5789-700B-1152-753D-AD624E201B03}"/>
              </a:ext>
            </a:extLst>
          </p:cNvPr>
          <p:cNvCxnSpPr>
            <a:cxnSpLocks/>
          </p:cNvCxnSpPr>
          <p:nvPr/>
        </p:nvCxnSpPr>
        <p:spPr>
          <a:xfrm flipV="1">
            <a:off x="8039702" y="2891481"/>
            <a:ext cx="0" cy="3208487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FF8D5565-7F65-C449-09B7-3E89B9D63265}"/>
              </a:ext>
            </a:extLst>
          </p:cNvPr>
          <p:cNvCxnSpPr>
            <a:cxnSpLocks/>
          </p:cNvCxnSpPr>
          <p:nvPr/>
        </p:nvCxnSpPr>
        <p:spPr>
          <a:xfrm flipV="1">
            <a:off x="9575284" y="3770074"/>
            <a:ext cx="0" cy="2329894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502D132-E82F-6298-5A40-563B584C8DC2}"/>
              </a:ext>
            </a:extLst>
          </p:cNvPr>
          <p:cNvCxnSpPr>
            <a:cxnSpLocks/>
          </p:cNvCxnSpPr>
          <p:nvPr/>
        </p:nvCxnSpPr>
        <p:spPr>
          <a:xfrm flipV="1">
            <a:off x="10997152" y="4962429"/>
            <a:ext cx="0" cy="1184604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5" name="Gruppieren 74" title="Meilenstein">
            <a:extLst>
              <a:ext uri="{FF2B5EF4-FFF2-40B4-BE49-F238E27FC236}">
                <a16:creationId xmlns:a16="http://schemas.microsoft.com/office/drawing/2014/main" id="{2E55D5DF-0898-6FF8-5C65-F08F8C72A0F2}"/>
              </a:ext>
            </a:extLst>
          </p:cNvPr>
          <p:cNvGrpSpPr/>
          <p:nvPr/>
        </p:nvGrpSpPr>
        <p:grpSpPr>
          <a:xfrm>
            <a:off x="2351243" y="2054806"/>
            <a:ext cx="1471834" cy="629001"/>
            <a:chOff x="1061993" y="3974802"/>
            <a:chExt cx="1288827" cy="544684"/>
          </a:xfrm>
        </p:grpSpPr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D3D9BD3-FB72-9B98-8E7B-3822525B8599}"/>
                </a:ext>
              </a:extLst>
            </p:cNvPr>
            <p:cNvSpPr txBox="1"/>
            <p:nvPr/>
          </p:nvSpPr>
          <p:spPr>
            <a:xfrm>
              <a:off x="1063123" y="3974802"/>
              <a:ext cx="1287697" cy="2798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de-DE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Methodische Konzeption erstellt</a:t>
              </a:r>
            </a:p>
          </p:txBody>
        </p:sp>
        <p:sp>
          <p:nvSpPr>
            <p:cNvPr id="82" name="Rechteck: Abgerundete Ecken 112" title="Meilensteingrafik">
              <a:extLst>
                <a:ext uri="{FF2B5EF4-FFF2-40B4-BE49-F238E27FC236}">
                  <a16:creationId xmlns:a16="http://schemas.microsoft.com/office/drawing/2014/main" id="{7402BC8B-1B2C-6F95-254F-FD4FB2ADF7C8}"/>
                </a:ext>
              </a:extLst>
            </p:cNvPr>
            <p:cNvSpPr/>
            <p:nvPr/>
          </p:nvSpPr>
          <p:spPr>
            <a:xfrm>
              <a:off x="1061993" y="4368365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21726C7C-24F1-22E5-71A4-A7545811E5AB}"/>
              </a:ext>
            </a:extLst>
          </p:cNvPr>
          <p:cNvCxnSpPr>
            <a:cxnSpLocks/>
          </p:cNvCxnSpPr>
          <p:nvPr/>
        </p:nvCxnSpPr>
        <p:spPr>
          <a:xfrm flipV="1">
            <a:off x="5446692" y="4758935"/>
            <a:ext cx="0" cy="1380280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3931C991-E58C-8739-30BE-CDC69C070DB1}"/>
              </a:ext>
            </a:extLst>
          </p:cNvPr>
          <p:cNvSpPr txBox="1"/>
          <p:nvPr/>
        </p:nvSpPr>
        <p:spPr>
          <a:xfrm>
            <a:off x="10299553" y="4356625"/>
            <a:ext cx="1478634" cy="2722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Bis am 17.04.2026</a:t>
            </a:r>
          </a:p>
        </p:txBody>
      </p:sp>
    </p:spTree>
    <p:extLst>
      <p:ext uri="{BB962C8B-B14F-4D97-AF65-F5344CB8AC3E}">
        <p14:creationId xmlns:p14="http://schemas.microsoft.com/office/powerpoint/2010/main" val="291252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6CE2-A704-1A4D-4E30-6626D4AD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titel">
            <a:extLst>
              <a:ext uri="{FF2B5EF4-FFF2-40B4-BE49-F238E27FC236}">
                <a16:creationId xmlns:a16="http://schemas.microsoft.com/office/drawing/2014/main" id="{8EF09E31-5B77-F357-BE4C-7EE7C017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04" y="318630"/>
            <a:ext cx="4881948" cy="540000"/>
          </a:xfrm>
        </p:spPr>
        <p:txBody>
          <a:bodyPr rtlCol="0">
            <a:noAutofit/>
          </a:bodyPr>
          <a:lstStyle/>
          <a:p>
            <a:r>
              <a:rPr lang="de-CH" sz="4000" dirty="0"/>
              <a:t>Ausblick</a:t>
            </a:r>
            <a:endParaRPr lang="de-DE" sz="4000" dirty="0"/>
          </a:p>
        </p:txBody>
      </p:sp>
      <p:cxnSp>
        <p:nvCxnSpPr>
          <p:cNvPr id="124" name="Gerader Verbinder 123" descr="Zeitachse">
            <a:extLst>
              <a:ext uri="{FF2B5EF4-FFF2-40B4-BE49-F238E27FC236}">
                <a16:creationId xmlns:a16="http://schemas.microsoft.com/office/drawing/2014/main" id="{F9EF03B1-0756-3FA8-86CE-0681982449F5}"/>
              </a:ext>
            </a:extLst>
          </p:cNvPr>
          <p:cNvCxnSpPr>
            <a:cxnSpLocks/>
          </p:cNvCxnSpPr>
          <p:nvPr/>
        </p:nvCxnSpPr>
        <p:spPr>
          <a:xfrm flipH="1">
            <a:off x="97971" y="6165627"/>
            <a:ext cx="12094029" cy="0"/>
          </a:xfrm>
          <a:prstGeom prst="line">
            <a:avLst/>
          </a:prstGeom>
          <a:ln w="15875" cmpd="sng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20" descr="Jahr 1">
            <a:extLst>
              <a:ext uri="{FF2B5EF4-FFF2-40B4-BE49-F238E27FC236}">
                <a16:creationId xmlns:a16="http://schemas.microsoft.com/office/drawing/2014/main" id="{39783D0E-318C-763B-2B9B-21FD854215F3}"/>
              </a:ext>
            </a:extLst>
          </p:cNvPr>
          <p:cNvGrpSpPr/>
          <p:nvPr/>
        </p:nvGrpSpPr>
        <p:grpSpPr>
          <a:xfrm>
            <a:off x="142490" y="5163683"/>
            <a:ext cx="2037815" cy="1718031"/>
            <a:chOff x="1074381" y="5146634"/>
            <a:chExt cx="2138670" cy="1718031"/>
          </a:xfrm>
        </p:grpSpPr>
        <p:sp>
          <p:nvSpPr>
            <p:cNvPr id="195" name="Textfeld 194">
              <a:extLst>
                <a:ext uri="{FF2B5EF4-FFF2-40B4-BE49-F238E27FC236}">
                  <a16:creationId xmlns:a16="http://schemas.microsoft.com/office/drawing/2014/main" id="{E40794A4-D7A2-A189-461A-CB5C1262FD1C}"/>
                </a:ext>
              </a:extLst>
            </p:cNvPr>
            <p:cNvSpPr txBox="1"/>
            <p:nvPr/>
          </p:nvSpPr>
          <p:spPr>
            <a:xfrm>
              <a:off x="1167458" y="6610931"/>
              <a:ext cx="1828526" cy="25373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Projektinitialisierung</a:t>
              </a:r>
            </a:p>
          </p:txBody>
        </p:sp>
        <p:sp>
          <p:nvSpPr>
            <p:cNvPr id="2" name="Rechteck: Abgerundete Ecken 1" title="Jahresbalken">
              <a:extLst>
                <a:ext uri="{FF2B5EF4-FFF2-40B4-BE49-F238E27FC236}">
                  <a16:creationId xmlns:a16="http://schemas.microsoft.com/office/drawing/2014/main" id="{E6F34CFA-6EA9-3A56-DCC5-2FD7B40EF4F6}"/>
                </a:ext>
              </a:extLst>
            </p:cNvPr>
            <p:cNvSpPr/>
            <p:nvPr/>
          </p:nvSpPr>
          <p:spPr>
            <a:xfrm>
              <a:off x="1147186" y="6402132"/>
              <a:ext cx="2065865" cy="144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de-DE" sz="1050" dirty="0"/>
                <a:t>25.03. – 17.04.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D87505F9-5AC7-5F6A-B5B0-581C6B2FDCE8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5F6FD6F-4ECF-F5CC-654A-4A3B4A41D23D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Q3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Gerader Verbinder 113" title="Q-Zeilen">
              <a:extLst>
                <a:ext uri="{FF2B5EF4-FFF2-40B4-BE49-F238E27FC236}">
                  <a16:creationId xmlns:a16="http://schemas.microsoft.com/office/drawing/2014/main" id="{68E5647C-D405-E228-68DD-EEAC4B1FD831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0" y="5146634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pieren 30" descr="Jahr 1">
            <a:extLst>
              <a:ext uri="{FF2B5EF4-FFF2-40B4-BE49-F238E27FC236}">
                <a16:creationId xmlns:a16="http://schemas.microsoft.com/office/drawing/2014/main" id="{6AFEBE29-B7CB-610A-9CF9-77BF4C890B94}"/>
              </a:ext>
            </a:extLst>
          </p:cNvPr>
          <p:cNvGrpSpPr/>
          <p:nvPr/>
        </p:nvGrpSpPr>
        <p:grpSpPr>
          <a:xfrm>
            <a:off x="1987030" y="6073544"/>
            <a:ext cx="2236628" cy="784460"/>
            <a:chOff x="1074381" y="6102356"/>
            <a:chExt cx="2499081" cy="755555"/>
          </a:xfrm>
        </p:grpSpPr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7714877E-947B-39C2-0DA8-2C4C367D3D9E}"/>
                </a:ext>
              </a:extLst>
            </p:cNvPr>
            <p:cNvSpPr txBox="1"/>
            <p:nvPr/>
          </p:nvSpPr>
          <p:spPr>
            <a:xfrm>
              <a:off x="2013245" y="6641051"/>
              <a:ext cx="879049" cy="216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IST-Erhebung</a:t>
              </a:r>
            </a:p>
          </p:txBody>
        </p:sp>
        <p:sp>
          <p:nvSpPr>
            <p:cNvPr id="38" name="Rechteck: Abgerundete Ecken 1" title="Jahresbalken">
              <a:extLst>
                <a:ext uri="{FF2B5EF4-FFF2-40B4-BE49-F238E27FC236}">
                  <a16:creationId xmlns:a16="http://schemas.microsoft.com/office/drawing/2014/main" id="{2DBA850A-E7F6-90C3-7FE4-6940E4BF3CFE}"/>
                </a:ext>
              </a:extLst>
            </p:cNvPr>
            <p:cNvSpPr/>
            <p:nvPr/>
          </p:nvSpPr>
          <p:spPr>
            <a:xfrm>
              <a:off x="1507597" y="6423492"/>
              <a:ext cx="2065865" cy="144000"/>
            </a:xfrm>
            <a:prstGeom prst="roundRect">
              <a:avLst>
                <a:gd name="adj" fmla="val 50000"/>
              </a:avLst>
            </a:prstGeom>
            <a:solidFill>
              <a:srgbClr val="FF69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de-DE" sz="1050" dirty="0"/>
                <a:t>08.04. – 30.04.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2D6613CC-640E-B39A-1950-A250B3249E02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E4DF7F4E-E68E-B125-AC2B-FCEC8B3315B9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Q3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uppieren 43" descr="Jahr 1">
            <a:extLst>
              <a:ext uri="{FF2B5EF4-FFF2-40B4-BE49-F238E27FC236}">
                <a16:creationId xmlns:a16="http://schemas.microsoft.com/office/drawing/2014/main" id="{BCA52106-D22E-5335-9BC3-958B02E6C488}"/>
              </a:ext>
            </a:extLst>
          </p:cNvPr>
          <p:cNvGrpSpPr/>
          <p:nvPr/>
        </p:nvGrpSpPr>
        <p:grpSpPr>
          <a:xfrm>
            <a:off x="3651874" y="6144308"/>
            <a:ext cx="2958652" cy="793492"/>
            <a:chOff x="203294" y="6102356"/>
            <a:chExt cx="3534598" cy="793492"/>
          </a:xfrm>
        </p:grpSpPr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F8ECC25A-A2E9-7BCC-0467-9AE529AB28C6}"/>
                </a:ext>
              </a:extLst>
            </p:cNvPr>
            <p:cNvSpPr txBox="1"/>
            <p:nvPr/>
          </p:nvSpPr>
          <p:spPr>
            <a:xfrm>
              <a:off x="203294" y="6561391"/>
              <a:ext cx="3534598" cy="3344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IST-Analyse</a:t>
              </a:r>
            </a:p>
          </p:txBody>
        </p:sp>
        <p:sp>
          <p:nvSpPr>
            <p:cNvPr id="51" name="Rechteck: Abgerundete Ecken 1" title="Jahresbalken">
              <a:extLst>
                <a:ext uri="{FF2B5EF4-FFF2-40B4-BE49-F238E27FC236}">
                  <a16:creationId xmlns:a16="http://schemas.microsoft.com/office/drawing/2014/main" id="{10501A7E-7E71-5B00-E9E8-4CA707013BA2}"/>
                </a:ext>
              </a:extLst>
            </p:cNvPr>
            <p:cNvSpPr/>
            <p:nvPr/>
          </p:nvSpPr>
          <p:spPr>
            <a:xfrm>
              <a:off x="1078022" y="6364141"/>
              <a:ext cx="2065865" cy="1440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de-DE" sz="1050" dirty="0"/>
                <a:t>01.05. – 15.05.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31E695FF-90DF-8CBD-19C0-F7B21674656F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9E2E04D1-3F81-CEFB-207D-1F4EA9B2D464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Q3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uppieren 57" descr="Jahr 1">
            <a:extLst>
              <a:ext uri="{FF2B5EF4-FFF2-40B4-BE49-F238E27FC236}">
                <a16:creationId xmlns:a16="http://schemas.microsoft.com/office/drawing/2014/main" id="{455BD793-9BD2-D463-DEE7-21937F72D02A}"/>
              </a:ext>
            </a:extLst>
          </p:cNvPr>
          <p:cNvGrpSpPr/>
          <p:nvPr/>
        </p:nvGrpSpPr>
        <p:grpSpPr>
          <a:xfrm>
            <a:off x="5851670" y="6112303"/>
            <a:ext cx="3030950" cy="745696"/>
            <a:chOff x="648368" y="6102356"/>
            <a:chExt cx="3030950" cy="745696"/>
          </a:xfrm>
        </p:grpSpPr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18A06F0B-D0F3-DDB4-CE66-7D9C4C90E795}"/>
                </a:ext>
              </a:extLst>
            </p:cNvPr>
            <p:cNvSpPr txBox="1"/>
            <p:nvPr/>
          </p:nvSpPr>
          <p:spPr>
            <a:xfrm>
              <a:off x="648368" y="6619417"/>
              <a:ext cx="3030950" cy="2286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Konzeption/Modellierung SOLL-Prozess</a:t>
              </a:r>
            </a:p>
          </p:txBody>
        </p:sp>
        <p:sp>
          <p:nvSpPr>
            <p:cNvPr id="66" name="Rechteck: Abgerundete Ecken 1" title="Jahresbalken">
              <a:extLst>
                <a:ext uri="{FF2B5EF4-FFF2-40B4-BE49-F238E27FC236}">
                  <a16:creationId xmlns:a16="http://schemas.microsoft.com/office/drawing/2014/main" id="{E7E8F94E-AA76-C0D5-BAE4-93712876CD8B}"/>
                </a:ext>
              </a:extLst>
            </p:cNvPr>
            <p:cNvSpPr/>
            <p:nvPr/>
          </p:nvSpPr>
          <p:spPr>
            <a:xfrm>
              <a:off x="1049214" y="6396146"/>
              <a:ext cx="2270998" cy="14400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de-DE" sz="1050" dirty="0"/>
                <a:t>16.05. – 05.06.</a:t>
              </a:r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EB2184D7-9A19-B289-B0BF-E0CCBAB80054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A44B504-6A88-2D34-97FD-F17F238114C1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Q3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uppieren 69" descr="Jahr 1">
            <a:extLst>
              <a:ext uri="{FF2B5EF4-FFF2-40B4-BE49-F238E27FC236}">
                <a16:creationId xmlns:a16="http://schemas.microsoft.com/office/drawing/2014/main" id="{4BC197AA-6D2E-FE2E-1280-9CB92004E478}"/>
              </a:ext>
            </a:extLst>
          </p:cNvPr>
          <p:cNvGrpSpPr/>
          <p:nvPr/>
        </p:nvGrpSpPr>
        <p:grpSpPr>
          <a:xfrm>
            <a:off x="8652320" y="5787952"/>
            <a:ext cx="3141698" cy="1070048"/>
            <a:chOff x="1037883" y="5778006"/>
            <a:chExt cx="2084455" cy="1070048"/>
          </a:xfrm>
        </p:grpSpPr>
        <p:cxnSp>
          <p:nvCxnSpPr>
            <p:cNvPr id="76" name="Gerader Verbinder 75" title="Q-Zeilen">
              <a:extLst>
                <a:ext uri="{FF2B5EF4-FFF2-40B4-BE49-F238E27FC236}">
                  <a16:creationId xmlns:a16="http://schemas.microsoft.com/office/drawing/2014/main" id="{D263AD40-3446-7987-F996-07EC4A0DDC47}"/>
                </a:ext>
              </a:extLst>
            </p:cNvPr>
            <p:cNvCxnSpPr>
              <a:cxnSpLocks/>
            </p:cNvCxnSpPr>
            <p:nvPr/>
          </p:nvCxnSpPr>
          <p:spPr>
            <a:xfrm>
              <a:off x="3122338" y="5778006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A4378E2F-05BF-8BFF-00E2-B5DF4E3E4727}"/>
                </a:ext>
              </a:extLst>
            </p:cNvPr>
            <p:cNvSpPr txBox="1"/>
            <p:nvPr/>
          </p:nvSpPr>
          <p:spPr>
            <a:xfrm>
              <a:off x="1436327" y="6629196"/>
              <a:ext cx="1249886" cy="218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Detailspezifikation</a:t>
              </a:r>
            </a:p>
          </p:txBody>
        </p:sp>
        <p:sp>
          <p:nvSpPr>
            <p:cNvPr id="79" name="Rechteck: Abgerundete Ecken 1" title="Jahresbalken">
              <a:extLst>
                <a:ext uri="{FF2B5EF4-FFF2-40B4-BE49-F238E27FC236}">
                  <a16:creationId xmlns:a16="http://schemas.microsoft.com/office/drawing/2014/main" id="{9A4717E3-1F39-BD2F-1BAD-1820159D3C76}"/>
                </a:ext>
              </a:extLst>
            </p:cNvPr>
            <p:cNvSpPr/>
            <p:nvPr/>
          </p:nvSpPr>
          <p:spPr>
            <a:xfrm>
              <a:off x="1037883" y="6396147"/>
              <a:ext cx="2065865" cy="144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de-DE" sz="1050" dirty="0"/>
                <a:t>06.06. – 14.08.</a:t>
              </a:r>
            </a:p>
          </p:txBody>
        </p: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94C8254E-6367-34A2-6B89-657C10EEA81D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A98F0E38-3D31-0183-7385-AFE7DE6E4DAC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de-DE" sz="1000" b="1" dirty="0">
                  <a:solidFill>
                    <a:schemeClr val="bg1"/>
                  </a:solidFill>
                </a:rPr>
                <a:t>Q3</a:t>
              </a:r>
              <a:endParaRPr lang="de-DE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3" name="Gruppieren 262" title="Meilenstein">
            <a:extLst>
              <a:ext uri="{FF2B5EF4-FFF2-40B4-BE49-F238E27FC236}">
                <a16:creationId xmlns:a16="http://schemas.microsoft.com/office/drawing/2014/main" id="{B90EDA8B-BB1F-D9A5-649D-9D61A9EDB513}"/>
              </a:ext>
            </a:extLst>
          </p:cNvPr>
          <p:cNvGrpSpPr/>
          <p:nvPr/>
        </p:nvGrpSpPr>
        <p:grpSpPr>
          <a:xfrm>
            <a:off x="7835396" y="692372"/>
            <a:ext cx="1913716" cy="724637"/>
            <a:chOff x="6954594" y="2493735"/>
            <a:chExt cx="1913716" cy="724637"/>
          </a:xfrm>
        </p:grpSpPr>
        <p:grpSp>
          <p:nvGrpSpPr>
            <p:cNvPr id="264" name="Gruppieren 263" title="Meilensteintext">
              <a:extLst>
                <a:ext uri="{FF2B5EF4-FFF2-40B4-BE49-F238E27FC236}">
                  <a16:creationId xmlns:a16="http://schemas.microsoft.com/office/drawing/2014/main" id="{A7205698-C8A0-F25C-CBD4-1081DCB65A91}"/>
                </a:ext>
              </a:extLst>
            </p:cNvPr>
            <p:cNvGrpSpPr/>
            <p:nvPr/>
          </p:nvGrpSpPr>
          <p:grpSpPr>
            <a:xfrm>
              <a:off x="7567588" y="2493735"/>
              <a:ext cx="1300722" cy="582747"/>
              <a:chOff x="2088785" y="2072931"/>
              <a:chExt cx="1300722" cy="582747"/>
            </a:xfrm>
          </p:grpSpPr>
          <p:sp>
            <p:nvSpPr>
              <p:cNvPr id="268" name="Textfeld 267">
                <a:extLst>
                  <a:ext uri="{FF2B5EF4-FFF2-40B4-BE49-F238E27FC236}">
                    <a16:creationId xmlns:a16="http://schemas.microsoft.com/office/drawing/2014/main" id="{2AE6A2B4-DD97-43C3-D593-00AC94872D77}"/>
                  </a:ext>
                </a:extLst>
              </p:cNvPr>
              <p:cNvSpPr txBox="1"/>
              <p:nvPr/>
            </p:nvSpPr>
            <p:spPr>
              <a:xfrm>
                <a:off x="2094725" y="2072931"/>
                <a:ext cx="1294782" cy="32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Interview durchgeführt</a:t>
                </a:r>
              </a:p>
            </p:txBody>
          </p:sp>
          <p:sp>
            <p:nvSpPr>
              <p:cNvPr id="269" name="Textfeld 268">
                <a:extLst>
                  <a:ext uri="{FF2B5EF4-FFF2-40B4-BE49-F238E27FC236}">
                    <a16:creationId xmlns:a16="http://schemas.microsoft.com/office/drawing/2014/main" id="{06D0153B-534C-61AD-17C8-C1E5A3911305}"/>
                  </a:ext>
                </a:extLst>
              </p:cNvPr>
              <p:cNvSpPr txBox="1"/>
              <p:nvPr/>
            </p:nvSpPr>
            <p:spPr>
              <a:xfrm>
                <a:off x="2088785" y="2419941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19.06.2026</a:t>
                </a:r>
              </a:p>
            </p:txBody>
          </p:sp>
        </p:grpSp>
        <p:sp>
          <p:nvSpPr>
            <p:cNvPr id="265" name="Rechteck: Abgerundete Ecken 152" title="Meilensteingrafik">
              <a:extLst>
                <a:ext uri="{FF2B5EF4-FFF2-40B4-BE49-F238E27FC236}">
                  <a16:creationId xmlns:a16="http://schemas.microsoft.com/office/drawing/2014/main" id="{F846E66D-1A77-5DE7-66E7-0D44DF6D594A}"/>
                </a:ext>
              </a:extLst>
            </p:cNvPr>
            <p:cNvSpPr/>
            <p:nvPr/>
          </p:nvSpPr>
          <p:spPr>
            <a:xfrm>
              <a:off x="7530517" y="306725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66" name="Grafik 265" title="Meilensteinkennzeichen">
              <a:extLst>
                <a:ext uri="{FF2B5EF4-FFF2-40B4-BE49-F238E27FC236}">
                  <a16:creationId xmlns:a16="http://schemas.microsoft.com/office/drawing/2014/main" id="{5660C685-4C04-947E-8C54-7466000FA1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6954594" y="2522254"/>
              <a:ext cx="573660" cy="422383"/>
            </a:xfrm>
            <a:prstGeom prst="rect">
              <a:avLst/>
            </a:prstGeom>
          </p:spPr>
        </p:pic>
        <p:sp>
          <p:nvSpPr>
            <p:cNvPr id="267" name="Rechteck 266">
              <a:extLst>
                <a:ext uri="{FF2B5EF4-FFF2-40B4-BE49-F238E27FC236}">
                  <a16:creationId xmlns:a16="http://schemas.microsoft.com/office/drawing/2014/main" id="{4E122C04-C231-3DC2-B2B2-00907147F7DE}"/>
                </a:ext>
              </a:extLst>
            </p:cNvPr>
            <p:cNvSpPr/>
            <p:nvPr/>
          </p:nvSpPr>
          <p:spPr>
            <a:xfrm>
              <a:off x="7192813" y="2614590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</a:t>
              </a:r>
            </a:p>
          </p:txBody>
        </p:sp>
      </p:grpSp>
      <p:cxnSp>
        <p:nvCxnSpPr>
          <p:cNvPr id="338" name="Gerader Verbinder 337">
            <a:extLst>
              <a:ext uri="{FF2B5EF4-FFF2-40B4-BE49-F238E27FC236}">
                <a16:creationId xmlns:a16="http://schemas.microsoft.com/office/drawing/2014/main" id="{3B5D99B0-9162-D687-45DF-606C0F06B31B}"/>
              </a:ext>
            </a:extLst>
          </p:cNvPr>
          <p:cNvCxnSpPr/>
          <p:nvPr/>
        </p:nvCxnSpPr>
        <p:spPr>
          <a:xfrm flipV="1">
            <a:off x="887718" y="4228959"/>
            <a:ext cx="0" cy="1890446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0" name="Gerader Verbinder 339">
            <a:extLst>
              <a:ext uri="{FF2B5EF4-FFF2-40B4-BE49-F238E27FC236}">
                <a16:creationId xmlns:a16="http://schemas.microsoft.com/office/drawing/2014/main" id="{AB567F8D-36BD-F24D-DE2E-18216B706628}"/>
              </a:ext>
            </a:extLst>
          </p:cNvPr>
          <p:cNvCxnSpPr/>
          <p:nvPr/>
        </p:nvCxnSpPr>
        <p:spPr>
          <a:xfrm flipV="1">
            <a:off x="583832" y="2250059"/>
            <a:ext cx="0" cy="3869346"/>
          </a:xfrm>
          <a:prstGeom prst="line">
            <a:avLst/>
          </a:prstGeom>
          <a:ln w="19050" cap="flat" cmpd="sng" algn="ctr">
            <a:solidFill>
              <a:schemeClr val="tx2">
                <a:lumMod val="10000"/>
                <a:lumOff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3" name="Gerader Verbinder 342">
            <a:extLst>
              <a:ext uri="{FF2B5EF4-FFF2-40B4-BE49-F238E27FC236}">
                <a16:creationId xmlns:a16="http://schemas.microsoft.com/office/drawing/2014/main" id="{F0929DEF-16F5-82A7-FFD1-3DFD4254DB17}"/>
              </a:ext>
            </a:extLst>
          </p:cNvPr>
          <p:cNvCxnSpPr>
            <a:cxnSpLocks/>
          </p:cNvCxnSpPr>
          <p:nvPr/>
        </p:nvCxnSpPr>
        <p:spPr>
          <a:xfrm flipV="1">
            <a:off x="2465770" y="1920106"/>
            <a:ext cx="0" cy="4199299"/>
          </a:xfrm>
          <a:prstGeom prst="line">
            <a:avLst/>
          </a:prstGeom>
          <a:ln w="19050" cap="flat" cmpd="sng" algn="ctr">
            <a:solidFill>
              <a:schemeClr val="accent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7" name="Gerader Verbinder 346">
            <a:extLst>
              <a:ext uri="{FF2B5EF4-FFF2-40B4-BE49-F238E27FC236}">
                <a16:creationId xmlns:a16="http://schemas.microsoft.com/office/drawing/2014/main" id="{3A7DE2F8-518E-0D11-7D05-E121CE2ADAF3}"/>
              </a:ext>
            </a:extLst>
          </p:cNvPr>
          <p:cNvCxnSpPr>
            <a:cxnSpLocks/>
          </p:cNvCxnSpPr>
          <p:nvPr/>
        </p:nvCxnSpPr>
        <p:spPr>
          <a:xfrm flipV="1">
            <a:off x="2842185" y="3636878"/>
            <a:ext cx="0" cy="2507430"/>
          </a:xfrm>
          <a:prstGeom prst="line">
            <a:avLst/>
          </a:prstGeom>
          <a:ln w="19050" cap="flat" cmpd="sng" algn="ctr">
            <a:solidFill>
              <a:schemeClr val="accent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9" name="Gerader Verbinder 348">
            <a:extLst>
              <a:ext uri="{FF2B5EF4-FFF2-40B4-BE49-F238E27FC236}">
                <a16:creationId xmlns:a16="http://schemas.microsoft.com/office/drawing/2014/main" id="{FE790FA0-E71F-631C-C15F-8C9954C572DB}"/>
              </a:ext>
            </a:extLst>
          </p:cNvPr>
          <p:cNvCxnSpPr/>
          <p:nvPr/>
        </p:nvCxnSpPr>
        <p:spPr>
          <a:xfrm flipV="1">
            <a:off x="3491433" y="5228602"/>
            <a:ext cx="0" cy="915706"/>
          </a:xfrm>
          <a:prstGeom prst="line">
            <a:avLst/>
          </a:prstGeom>
          <a:ln w="19050" cap="flat" cmpd="sng" algn="ctr">
            <a:solidFill>
              <a:schemeClr val="accent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1" name="Gerader Verbinder 350">
            <a:extLst>
              <a:ext uri="{FF2B5EF4-FFF2-40B4-BE49-F238E27FC236}">
                <a16:creationId xmlns:a16="http://schemas.microsoft.com/office/drawing/2014/main" id="{44EC1A1E-4E5A-C62B-DAB9-962D9745AC77}"/>
              </a:ext>
            </a:extLst>
          </p:cNvPr>
          <p:cNvCxnSpPr/>
          <p:nvPr/>
        </p:nvCxnSpPr>
        <p:spPr>
          <a:xfrm flipV="1">
            <a:off x="4680284" y="2658143"/>
            <a:ext cx="0" cy="3486165"/>
          </a:xfrm>
          <a:prstGeom prst="line">
            <a:avLst/>
          </a:prstGeom>
          <a:ln w="19050" cap="flat" cmpd="sng" algn="ctr">
            <a:solidFill>
              <a:schemeClr val="accent6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5" name="Gerader Verbinder 354">
            <a:extLst>
              <a:ext uri="{FF2B5EF4-FFF2-40B4-BE49-F238E27FC236}">
                <a16:creationId xmlns:a16="http://schemas.microsoft.com/office/drawing/2014/main" id="{254CF027-0DD9-91D9-F54C-D56F1AC1C1D9}"/>
              </a:ext>
            </a:extLst>
          </p:cNvPr>
          <p:cNvCxnSpPr>
            <a:cxnSpLocks/>
          </p:cNvCxnSpPr>
          <p:nvPr/>
        </p:nvCxnSpPr>
        <p:spPr>
          <a:xfrm flipH="1" flipV="1">
            <a:off x="6238827" y="1570445"/>
            <a:ext cx="20694" cy="4572071"/>
          </a:xfrm>
          <a:prstGeom prst="line">
            <a:avLst/>
          </a:prstGeom>
          <a:ln w="19050" cap="flat" cmpd="sng" algn="ctr">
            <a:solidFill>
              <a:schemeClr val="accent5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7" name="Gerader Verbinder 356">
            <a:extLst>
              <a:ext uri="{FF2B5EF4-FFF2-40B4-BE49-F238E27FC236}">
                <a16:creationId xmlns:a16="http://schemas.microsoft.com/office/drawing/2014/main" id="{E469D3DE-644A-F855-422B-BAA3A8C1B17B}"/>
              </a:ext>
            </a:extLst>
          </p:cNvPr>
          <p:cNvCxnSpPr>
            <a:cxnSpLocks/>
          </p:cNvCxnSpPr>
          <p:nvPr/>
        </p:nvCxnSpPr>
        <p:spPr>
          <a:xfrm flipH="1" flipV="1">
            <a:off x="6987833" y="3501020"/>
            <a:ext cx="4233" cy="2667701"/>
          </a:xfrm>
          <a:prstGeom prst="line">
            <a:avLst/>
          </a:prstGeom>
          <a:ln w="19050" cap="flat" cmpd="sng" algn="ctr">
            <a:solidFill>
              <a:schemeClr val="accent5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3" name="Gerader Verbinder 362">
            <a:extLst>
              <a:ext uri="{FF2B5EF4-FFF2-40B4-BE49-F238E27FC236}">
                <a16:creationId xmlns:a16="http://schemas.microsoft.com/office/drawing/2014/main" id="{D38A9420-39F1-3414-B127-9C32160A542D}"/>
              </a:ext>
            </a:extLst>
          </p:cNvPr>
          <p:cNvCxnSpPr>
            <a:cxnSpLocks/>
            <a:stCxn id="68" idx="3"/>
          </p:cNvCxnSpPr>
          <p:nvPr/>
        </p:nvCxnSpPr>
        <p:spPr>
          <a:xfrm flipH="1" flipV="1">
            <a:off x="7776845" y="5008143"/>
            <a:ext cx="11738" cy="1176160"/>
          </a:xfrm>
          <a:prstGeom prst="line">
            <a:avLst/>
          </a:prstGeom>
          <a:ln w="19050" cap="flat" cmpd="sng" algn="ctr">
            <a:solidFill>
              <a:schemeClr val="accent5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5" name="Gerader Verbinder 364">
            <a:extLst>
              <a:ext uri="{FF2B5EF4-FFF2-40B4-BE49-F238E27FC236}">
                <a16:creationId xmlns:a16="http://schemas.microsoft.com/office/drawing/2014/main" id="{2FB08A1B-445B-19C2-3C81-4938C9DE3473}"/>
              </a:ext>
            </a:extLst>
          </p:cNvPr>
          <p:cNvCxnSpPr>
            <a:cxnSpLocks/>
          </p:cNvCxnSpPr>
          <p:nvPr/>
        </p:nvCxnSpPr>
        <p:spPr>
          <a:xfrm>
            <a:off x="8792254" y="1467853"/>
            <a:ext cx="0" cy="4716450"/>
          </a:xfrm>
          <a:prstGeom prst="line">
            <a:avLst/>
          </a:prstGeom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8" name="Gerader Verbinder 367">
            <a:extLst>
              <a:ext uri="{FF2B5EF4-FFF2-40B4-BE49-F238E27FC236}">
                <a16:creationId xmlns:a16="http://schemas.microsoft.com/office/drawing/2014/main" id="{20189931-CC76-395A-1579-A6846273F0A1}"/>
              </a:ext>
            </a:extLst>
          </p:cNvPr>
          <p:cNvCxnSpPr>
            <a:cxnSpLocks/>
            <a:endCxn id="272" idx="2"/>
          </p:cNvCxnSpPr>
          <p:nvPr/>
        </p:nvCxnSpPr>
        <p:spPr>
          <a:xfrm flipH="1" flipV="1">
            <a:off x="9674104" y="2644743"/>
            <a:ext cx="10050" cy="3463459"/>
          </a:xfrm>
          <a:prstGeom prst="line">
            <a:avLst/>
          </a:prstGeom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4" name="Gerader Verbinder 373">
            <a:extLst>
              <a:ext uri="{FF2B5EF4-FFF2-40B4-BE49-F238E27FC236}">
                <a16:creationId xmlns:a16="http://schemas.microsoft.com/office/drawing/2014/main" id="{678C236C-F422-0263-EB22-C37AD137C4AC}"/>
              </a:ext>
            </a:extLst>
          </p:cNvPr>
          <p:cNvCxnSpPr>
            <a:cxnSpLocks/>
            <a:stCxn id="286" idx="2"/>
          </p:cNvCxnSpPr>
          <p:nvPr/>
        </p:nvCxnSpPr>
        <p:spPr>
          <a:xfrm>
            <a:off x="11304282" y="4932212"/>
            <a:ext cx="20706" cy="1210304"/>
          </a:xfrm>
          <a:prstGeom prst="line">
            <a:avLst/>
          </a:prstGeom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9" name="Gerader Verbinder 378">
            <a:extLst>
              <a:ext uri="{FF2B5EF4-FFF2-40B4-BE49-F238E27FC236}">
                <a16:creationId xmlns:a16="http://schemas.microsoft.com/office/drawing/2014/main" id="{BBC9B9BA-6D42-0393-8A19-1B611CAED5D2}"/>
              </a:ext>
            </a:extLst>
          </p:cNvPr>
          <p:cNvCxnSpPr>
            <a:cxnSpLocks/>
          </p:cNvCxnSpPr>
          <p:nvPr/>
        </p:nvCxnSpPr>
        <p:spPr>
          <a:xfrm>
            <a:off x="10566003" y="3799614"/>
            <a:ext cx="34377" cy="2319791"/>
          </a:xfrm>
          <a:prstGeom prst="line">
            <a:avLst/>
          </a:prstGeom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uppieren 16" title="Meilenstein">
            <a:extLst>
              <a:ext uri="{FF2B5EF4-FFF2-40B4-BE49-F238E27FC236}">
                <a16:creationId xmlns:a16="http://schemas.microsoft.com/office/drawing/2014/main" id="{4DC2AB21-D244-EC5B-6A9C-3CBC15BBBD78}"/>
              </a:ext>
            </a:extLst>
          </p:cNvPr>
          <p:cNvGrpSpPr/>
          <p:nvPr/>
        </p:nvGrpSpPr>
        <p:grpSpPr>
          <a:xfrm>
            <a:off x="-122553" y="1124876"/>
            <a:ext cx="1902221" cy="1099999"/>
            <a:chOff x="8243328" y="931689"/>
            <a:chExt cx="1902221" cy="1099999"/>
          </a:xfrm>
        </p:grpSpPr>
        <p:grpSp>
          <p:nvGrpSpPr>
            <p:cNvPr id="7" name="Gruppieren 6" title="Meilensteintext">
              <a:extLst>
                <a:ext uri="{FF2B5EF4-FFF2-40B4-BE49-F238E27FC236}">
                  <a16:creationId xmlns:a16="http://schemas.microsoft.com/office/drawing/2014/main" id="{CC002F1D-E290-374D-E8B7-9435E21BD8AC}"/>
                </a:ext>
              </a:extLst>
            </p:cNvPr>
            <p:cNvGrpSpPr/>
            <p:nvPr/>
          </p:nvGrpSpPr>
          <p:grpSpPr>
            <a:xfrm>
              <a:off x="8832680" y="931689"/>
              <a:ext cx="1312869" cy="925767"/>
              <a:chOff x="9165238" y="2664750"/>
              <a:chExt cx="1312869" cy="925767"/>
            </a:xfrm>
          </p:grpSpPr>
          <p:sp>
            <p:nvSpPr>
              <p:cNvPr id="171" name="Textfeld 170">
                <a:extLst>
                  <a:ext uri="{FF2B5EF4-FFF2-40B4-BE49-F238E27FC236}">
                    <a16:creationId xmlns:a16="http://schemas.microsoft.com/office/drawing/2014/main" id="{80AF9C0A-6B8C-5FEB-A350-CFDECB01AF70}"/>
                  </a:ext>
                </a:extLst>
              </p:cNvPr>
              <p:cNvSpPr txBox="1"/>
              <p:nvPr/>
            </p:nvSpPr>
            <p:spPr>
              <a:xfrm>
                <a:off x="9165238" y="2664750"/>
                <a:ext cx="12947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2800" dirty="0">
                    <a:solidFill>
                      <a:schemeClr val="accent3"/>
                    </a:solidFill>
                  </a:rPr>
                  <a:t>Heute</a:t>
                </a:r>
                <a:endParaRPr lang="de-DE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72" name="Textfeld 171">
                <a:extLst>
                  <a:ext uri="{FF2B5EF4-FFF2-40B4-BE49-F238E27FC236}">
                    <a16:creationId xmlns:a16="http://schemas.microsoft.com/office/drawing/2014/main" id="{7D0FFBB1-0437-E6CF-453B-C535103D88C9}"/>
                  </a:ext>
                </a:extLst>
              </p:cNvPr>
              <p:cNvSpPr txBox="1"/>
              <p:nvPr/>
            </p:nvSpPr>
            <p:spPr>
              <a:xfrm>
                <a:off x="9170729" y="3133602"/>
                <a:ext cx="1294782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Kick-off Meeting</a:t>
                </a:r>
              </a:p>
            </p:txBody>
          </p:sp>
          <p:sp>
            <p:nvSpPr>
              <p:cNvPr id="173" name="Textfeld 172">
                <a:extLst>
                  <a:ext uri="{FF2B5EF4-FFF2-40B4-BE49-F238E27FC236}">
                    <a16:creationId xmlns:a16="http://schemas.microsoft.com/office/drawing/2014/main" id="{6A689B66-B3A3-A373-BB98-DE913A0F4673}"/>
                  </a:ext>
                </a:extLst>
              </p:cNvPr>
              <p:cNvSpPr txBox="1"/>
              <p:nvPr/>
            </p:nvSpPr>
            <p:spPr>
              <a:xfrm>
                <a:off x="9183326" y="3354780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25.03.2026</a:t>
                </a:r>
              </a:p>
            </p:txBody>
          </p:sp>
        </p:grpSp>
        <p:pic>
          <p:nvPicPr>
            <p:cNvPr id="187" name="Grafik 186" descr="Kennzeichnung">
              <a:extLst>
                <a:ext uri="{FF2B5EF4-FFF2-40B4-BE49-F238E27FC236}">
                  <a16:creationId xmlns:a16="http://schemas.microsoft.com/office/drawing/2014/main" id="{EF26AD3A-AECF-F09C-F0AF-9BA94E1136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3525" t="18748" r="17129" b="44918"/>
            <a:stretch/>
          </p:blipFill>
          <p:spPr>
            <a:xfrm flipH="1">
              <a:off x="8243328" y="1036072"/>
              <a:ext cx="573660" cy="422383"/>
            </a:xfrm>
            <a:prstGeom prst="rect">
              <a:avLst/>
            </a:prstGeom>
          </p:spPr>
        </p:pic>
        <p:sp>
          <p:nvSpPr>
            <p:cNvPr id="201" name="Rechteck: Abgerundete Ecken 200" title="Meilensteingrafik">
              <a:extLst>
                <a:ext uri="{FF2B5EF4-FFF2-40B4-BE49-F238E27FC236}">
                  <a16:creationId xmlns:a16="http://schemas.microsoft.com/office/drawing/2014/main" id="{E45FAEB9-48D7-B08B-7C8C-109E6D30B85C}"/>
                </a:ext>
              </a:extLst>
            </p:cNvPr>
            <p:cNvSpPr/>
            <p:nvPr/>
          </p:nvSpPr>
          <p:spPr>
            <a:xfrm>
              <a:off x="8816988" y="1880567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41" name="Grafik 40" descr="Symbol &quot;aktiviert&quot;">
              <a:extLst>
                <a:ext uri="{FF2B5EF4-FFF2-40B4-BE49-F238E27FC236}">
                  <a16:creationId xmlns:a16="http://schemas.microsoft.com/office/drawing/2014/main" id="{73A53C40-483D-5AD6-13E5-64B4F5AE3B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0199" t="23238" r="22077" b="24597"/>
            <a:stretch/>
          </p:blipFill>
          <p:spPr>
            <a:xfrm>
              <a:off x="8434681" y="1086592"/>
              <a:ext cx="371215" cy="335466"/>
            </a:xfrm>
            <a:prstGeom prst="rect">
              <a:avLst/>
            </a:prstGeom>
          </p:spPr>
        </p:pic>
      </p:grpSp>
      <p:grpSp>
        <p:nvGrpSpPr>
          <p:cNvPr id="92" name="Gruppieren 91" title="Meilenstein">
            <a:extLst>
              <a:ext uri="{FF2B5EF4-FFF2-40B4-BE49-F238E27FC236}">
                <a16:creationId xmlns:a16="http://schemas.microsoft.com/office/drawing/2014/main" id="{C1076C69-4357-2545-2B7D-1A2694228574}"/>
              </a:ext>
            </a:extLst>
          </p:cNvPr>
          <p:cNvGrpSpPr/>
          <p:nvPr/>
        </p:nvGrpSpPr>
        <p:grpSpPr>
          <a:xfrm>
            <a:off x="-82162" y="3562450"/>
            <a:ext cx="2188533" cy="666509"/>
            <a:chOff x="446364" y="3962124"/>
            <a:chExt cx="1916412" cy="577164"/>
          </a:xfrm>
        </p:grpSpPr>
        <p:grpSp>
          <p:nvGrpSpPr>
            <p:cNvPr id="93" name="Gruppieren 92" title="Meilensteintext">
              <a:extLst>
                <a:ext uri="{FF2B5EF4-FFF2-40B4-BE49-F238E27FC236}">
                  <a16:creationId xmlns:a16="http://schemas.microsoft.com/office/drawing/2014/main" id="{34311F75-A327-1723-2330-77F9890556D8}"/>
                </a:ext>
              </a:extLst>
            </p:cNvPr>
            <p:cNvGrpSpPr/>
            <p:nvPr/>
          </p:nvGrpSpPr>
          <p:grpSpPr>
            <a:xfrm>
              <a:off x="1063123" y="3974802"/>
              <a:ext cx="1299653" cy="412393"/>
              <a:chOff x="1495216" y="3688146"/>
              <a:chExt cx="1299653" cy="412393"/>
            </a:xfrm>
          </p:grpSpPr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DB7ED862-F581-CCA8-ECBA-5AB6AAB39A6A}"/>
                  </a:ext>
                </a:extLst>
              </p:cNvPr>
              <p:cNvSpPr txBox="1"/>
              <p:nvPr/>
            </p:nvSpPr>
            <p:spPr>
              <a:xfrm>
                <a:off x="1495216" y="3688146"/>
                <a:ext cx="1294782" cy="139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Disposition eingereicht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D7365659-253A-9FCF-90CE-C5864669E465}"/>
                  </a:ext>
                </a:extLst>
              </p:cNvPr>
              <p:cNvSpPr txBox="1"/>
              <p:nvPr/>
            </p:nvSpPr>
            <p:spPr>
              <a:xfrm>
                <a:off x="1500088" y="3864802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rtl="0"/>
                <a:endParaRPr lang="de-DE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94" name="Rechteck: Abgerundete Ecken 112" title="Meilensteingrafik">
              <a:extLst>
                <a:ext uri="{FF2B5EF4-FFF2-40B4-BE49-F238E27FC236}">
                  <a16:creationId xmlns:a16="http://schemas.microsoft.com/office/drawing/2014/main" id="{A8B5B951-91B9-7F6A-4D45-9D5FB13D64D0}"/>
                </a:ext>
              </a:extLst>
            </p:cNvPr>
            <p:cNvSpPr/>
            <p:nvPr/>
          </p:nvSpPr>
          <p:spPr>
            <a:xfrm>
              <a:off x="1034339" y="4388167"/>
              <a:ext cx="873222" cy="1511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95" name="Grafik 94" title="Meilensteinkennzeichen">
              <a:extLst>
                <a:ext uri="{FF2B5EF4-FFF2-40B4-BE49-F238E27FC236}">
                  <a16:creationId xmlns:a16="http://schemas.microsoft.com/office/drawing/2014/main" id="{92A8052B-C336-55A3-046E-93F95A63DD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446364" y="3962124"/>
              <a:ext cx="573660" cy="422383"/>
            </a:xfrm>
            <a:prstGeom prst="rect">
              <a:avLst/>
            </a:prstGeom>
          </p:spPr>
        </p:pic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ED89B4F1-FAC2-5C50-0A21-0C82F8003BCC}"/>
                </a:ext>
              </a:extLst>
            </p:cNvPr>
            <p:cNvSpPr/>
            <p:nvPr/>
          </p:nvSpPr>
          <p:spPr>
            <a:xfrm>
              <a:off x="704624" y="4054460"/>
              <a:ext cx="304881" cy="239868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02</a:t>
              </a:r>
            </a:p>
          </p:txBody>
        </p:sp>
      </p:grpSp>
      <p:grpSp>
        <p:nvGrpSpPr>
          <p:cNvPr id="100" name="Gruppieren 99" title="Meilenstein">
            <a:extLst>
              <a:ext uri="{FF2B5EF4-FFF2-40B4-BE49-F238E27FC236}">
                <a16:creationId xmlns:a16="http://schemas.microsoft.com/office/drawing/2014/main" id="{1AFFEAD3-85BA-709B-E172-22CCC86D96B2}"/>
              </a:ext>
            </a:extLst>
          </p:cNvPr>
          <p:cNvGrpSpPr/>
          <p:nvPr/>
        </p:nvGrpSpPr>
        <p:grpSpPr>
          <a:xfrm>
            <a:off x="1500755" y="1454970"/>
            <a:ext cx="2188533" cy="490872"/>
            <a:chOff x="446364" y="3962124"/>
            <a:chExt cx="1916412" cy="425071"/>
          </a:xfrm>
        </p:grpSpPr>
        <p:grpSp>
          <p:nvGrpSpPr>
            <p:cNvPr id="130" name="Gruppieren 129" title="Meilensteintext">
              <a:extLst>
                <a:ext uri="{FF2B5EF4-FFF2-40B4-BE49-F238E27FC236}">
                  <a16:creationId xmlns:a16="http://schemas.microsoft.com/office/drawing/2014/main" id="{78623E13-AAF5-0D97-B367-1A1B5EE6D883}"/>
                </a:ext>
              </a:extLst>
            </p:cNvPr>
            <p:cNvGrpSpPr/>
            <p:nvPr/>
          </p:nvGrpSpPr>
          <p:grpSpPr>
            <a:xfrm>
              <a:off x="1063123" y="3974802"/>
              <a:ext cx="1299653" cy="412393"/>
              <a:chOff x="1495216" y="3688146"/>
              <a:chExt cx="1299653" cy="412393"/>
            </a:xfrm>
          </p:grpSpPr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2C62E7DC-C0C8-54EE-75A4-083770CD14D4}"/>
                  </a:ext>
                </a:extLst>
              </p:cNvPr>
              <p:cNvSpPr txBox="1"/>
              <p:nvPr/>
            </p:nvSpPr>
            <p:spPr>
              <a:xfrm>
                <a:off x="1495216" y="3688146"/>
                <a:ext cx="1294782" cy="139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Interviews durchgeführt</a:t>
                </a:r>
              </a:p>
            </p:txBody>
          </p:sp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A82011C9-7A7D-C28C-1F67-B7CB69E66B77}"/>
                  </a:ext>
                </a:extLst>
              </p:cNvPr>
              <p:cNvSpPr txBox="1"/>
              <p:nvPr/>
            </p:nvSpPr>
            <p:spPr>
              <a:xfrm>
                <a:off x="1500088" y="3864802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endParaRPr lang="de-DE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131" name="Rechteck: Abgerundete Ecken 112" title="Meilensteingrafik">
              <a:extLst>
                <a:ext uri="{FF2B5EF4-FFF2-40B4-BE49-F238E27FC236}">
                  <a16:creationId xmlns:a16="http://schemas.microsoft.com/office/drawing/2014/main" id="{08C323E1-011E-BF8A-D9F0-3A2B51963ECB}"/>
                </a:ext>
              </a:extLst>
            </p:cNvPr>
            <p:cNvSpPr/>
            <p:nvPr/>
          </p:nvSpPr>
          <p:spPr>
            <a:xfrm>
              <a:off x="1035306" y="4157462"/>
              <a:ext cx="873222" cy="157720"/>
            </a:xfrm>
            <a:prstGeom prst="roundRect">
              <a:avLst>
                <a:gd name="adj" fmla="val 50000"/>
              </a:avLst>
            </a:prstGeom>
            <a:solidFill>
              <a:srgbClr val="FF69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132" name="Grafik 131" title="Meilensteinkennzeichen">
              <a:extLst>
                <a:ext uri="{FF2B5EF4-FFF2-40B4-BE49-F238E27FC236}">
                  <a16:creationId xmlns:a16="http://schemas.microsoft.com/office/drawing/2014/main" id="{4DFDBE9D-C489-E3BF-E5DA-FA32DCA334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446364" y="3962124"/>
              <a:ext cx="573660" cy="422383"/>
            </a:xfrm>
            <a:prstGeom prst="rect">
              <a:avLst/>
            </a:prstGeom>
          </p:spPr>
        </p:pic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1BA0574C-0D39-8D93-818F-71E234A3AA6B}"/>
                </a:ext>
              </a:extLst>
            </p:cNvPr>
            <p:cNvSpPr/>
            <p:nvPr/>
          </p:nvSpPr>
          <p:spPr>
            <a:xfrm>
              <a:off x="704623" y="4054460"/>
              <a:ext cx="304881" cy="239868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03</a:t>
              </a:r>
            </a:p>
          </p:txBody>
        </p:sp>
      </p:grpSp>
      <p:grpSp>
        <p:nvGrpSpPr>
          <p:cNvPr id="182" name="Gruppieren 181" title="Meilenstein">
            <a:extLst>
              <a:ext uri="{FF2B5EF4-FFF2-40B4-BE49-F238E27FC236}">
                <a16:creationId xmlns:a16="http://schemas.microsoft.com/office/drawing/2014/main" id="{DFFA36AB-25C3-712C-9546-1AE580AB11FA}"/>
              </a:ext>
            </a:extLst>
          </p:cNvPr>
          <p:cNvGrpSpPr/>
          <p:nvPr/>
        </p:nvGrpSpPr>
        <p:grpSpPr>
          <a:xfrm>
            <a:off x="1887379" y="2675073"/>
            <a:ext cx="2188531" cy="898859"/>
            <a:chOff x="446365" y="3962124"/>
            <a:chExt cx="1916411" cy="705775"/>
          </a:xfrm>
        </p:grpSpPr>
        <p:grpSp>
          <p:nvGrpSpPr>
            <p:cNvPr id="183" name="Gruppieren 182" title="Meilensteintext">
              <a:extLst>
                <a:ext uri="{FF2B5EF4-FFF2-40B4-BE49-F238E27FC236}">
                  <a16:creationId xmlns:a16="http://schemas.microsoft.com/office/drawing/2014/main" id="{7099FD91-DEAD-75DA-62E8-580B983C81E0}"/>
                </a:ext>
              </a:extLst>
            </p:cNvPr>
            <p:cNvGrpSpPr/>
            <p:nvPr/>
          </p:nvGrpSpPr>
          <p:grpSpPr>
            <a:xfrm>
              <a:off x="1063123" y="3974802"/>
              <a:ext cx="1299653" cy="412393"/>
              <a:chOff x="1495216" y="3688146"/>
              <a:chExt cx="1299653" cy="412393"/>
            </a:xfrm>
          </p:grpSpPr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2774464E-CF34-0F7B-4623-429672C95BF2}"/>
                  </a:ext>
                </a:extLst>
              </p:cNvPr>
              <p:cNvSpPr txBox="1"/>
              <p:nvPr/>
            </p:nvSpPr>
            <p:spPr>
              <a:xfrm>
                <a:off x="1495216" y="3688146"/>
                <a:ext cx="1294782" cy="1268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IST-Modell erstellt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24FD0E26-CAD9-95A8-B61B-1D0CC95EB2B9}"/>
                  </a:ext>
                </a:extLst>
              </p:cNvPr>
              <p:cNvSpPr txBox="1"/>
              <p:nvPr/>
            </p:nvSpPr>
            <p:spPr>
              <a:xfrm>
                <a:off x="1500088" y="3864802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zum Workshop „Identifikation von Pain Points“</a:t>
                </a:r>
              </a:p>
            </p:txBody>
          </p:sp>
        </p:grpSp>
        <p:sp>
          <p:nvSpPr>
            <p:cNvPr id="184" name="Rechteck: Abgerundete Ecken 112" title="Meilensteingrafik">
              <a:extLst>
                <a:ext uri="{FF2B5EF4-FFF2-40B4-BE49-F238E27FC236}">
                  <a16:creationId xmlns:a16="http://schemas.microsoft.com/office/drawing/2014/main" id="{8D73C3DD-F140-03A5-B1BF-658555C678AD}"/>
                </a:ext>
              </a:extLst>
            </p:cNvPr>
            <p:cNvSpPr/>
            <p:nvPr/>
          </p:nvSpPr>
          <p:spPr>
            <a:xfrm>
              <a:off x="1030039" y="4516778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FF69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188" name="Grafik 187" title="Meilensteinkennzeichen">
              <a:extLst>
                <a:ext uri="{FF2B5EF4-FFF2-40B4-BE49-F238E27FC236}">
                  <a16:creationId xmlns:a16="http://schemas.microsoft.com/office/drawing/2014/main" id="{A0854270-40FB-2F61-AC3C-64C72EE904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446365" y="3962124"/>
              <a:ext cx="573660" cy="422383"/>
            </a:xfrm>
            <a:prstGeom prst="rect">
              <a:avLst/>
            </a:prstGeom>
          </p:spPr>
        </p:pic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5DC240EC-67FF-5BB4-3737-5DD4358554A4}"/>
                </a:ext>
              </a:extLst>
            </p:cNvPr>
            <p:cNvSpPr/>
            <p:nvPr/>
          </p:nvSpPr>
          <p:spPr>
            <a:xfrm>
              <a:off x="704623" y="4054460"/>
              <a:ext cx="304881" cy="2174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04</a:t>
              </a:r>
            </a:p>
          </p:txBody>
        </p:sp>
      </p:grpSp>
      <p:grpSp>
        <p:nvGrpSpPr>
          <p:cNvPr id="147" name="Gruppieren 146" title="Meilenstein">
            <a:extLst>
              <a:ext uri="{FF2B5EF4-FFF2-40B4-BE49-F238E27FC236}">
                <a16:creationId xmlns:a16="http://schemas.microsoft.com/office/drawing/2014/main" id="{E8F8D6F7-6A25-B980-0BB3-4407C6493C87}"/>
              </a:ext>
            </a:extLst>
          </p:cNvPr>
          <p:cNvGrpSpPr/>
          <p:nvPr/>
        </p:nvGrpSpPr>
        <p:grpSpPr>
          <a:xfrm>
            <a:off x="2352507" y="4294307"/>
            <a:ext cx="2193485" cy="935275"/>
            <a:chOff x="446365" y="3962124"/>
            <a:chExt cx="1920749" cy="734368"/>
          </a:xfrm>
        </p:grpSpPr>
        <p:grpSp>
          <p:nvGrpSpPr>
            <p:cNvPr id="148" name="Gruppieren 147" title="Meilensteintext">
              <a:extLst>
                <a:ext uri="{FF2B5EF4-FFF2-40B4-BE49-F238E27FC236}">
                  <a16:creationId xmlns:a16="http://schemas.microsoft.com/office/drawing/2014/main" id="{F6C02699-99FD-AED3-0ACC-D469C63DED57}"/>
                </a:ext>
              </a:extLst>
            </p:cNvPr>
            <p:cNvGrpSpPr/>
            <p:nvPr/>
          </p:nvGrpSpPr>
          <p:grpSpPr>
            <a:xfrm>
              <a:off x="1063123" y="3974802"/>
              <a:ext cx="1303991" cy="635490"/>
              <a:chOff x="1495216" y="3688146"/>
              <a:chExt cx="1303991" cy="635490"/>
            </a:xfrm>
          </p:grpSpPr>
          <p:sp>
            <p:nvSpPr>
              <p:cNvPr id="157" name="Textfeld 156">
                <a:extLst>
                  <a:ext uri="{FF2B5EF4-FFF2-40B4-BE49-F238E27FC236}">
                    <a16:creationId xmlns:a16="http://schemas.microsoft.com/office/drawing/2014/main" id="{CB39DAE1-DB57-4BFC-B605-D9CFFE120A1D}"/>
                  </a:ext>
                </a:extLst>
              </p:cNvPr>
              <p:cNvSpPr txBox="1"/>
              <p:nvPr/>
            </p:nvSpPr>
            <p:spPr>
              <a:xfrm>
                <a:off x="1495216" y="3688146"/>
                <a:ext cx="1294782" cy="3806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Workshop „Identifikation von Pain Points“ durchgeführt</a:t>
                </a:r>
              </a:p>
            </p:txBody>
          </p:sp>
          <p:sp>
            <p:nvSpPr>
              <p:cNvPr id="169" name="Textfeld 168">
                <a:extLst>
                  <a:ext uri="{FF2B5EF4-FFF2-40B4-BE49-F238E27FC236}">
                    <a16:creationId xmlns:a16="http://schemas.microsoft.com/office/drawing/2014/main" id="{7A9D6694-1D50-3774-065D-65FEEF6AA9C3}"/>
                  </a:ext>
                </a:extLst>
              </p:cNvPr>
              <p:cNvSpPr txBox="1"/>
              <p:nvPr/>
            </p:nvSpPr>
            <p:spPr>
              <a:xfrm>
                <a:off x="1504426" y="4087899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30.04.2026</a:t>
                </a:r>
              </a:p>
            </p:txBody>
          </p:sp>
        </p:grpSp>
        <p:sp>
          <p:nvSpPr>
            <p:cNvPr id="149" name="Rechteck: Abgerundete Ecken 112" title="Meilensteingrafik">
              <a:extLst>
                <a:ext uri="{FF2B5EF4-FFF2-40B4-BE49-F238E27FC236}">
                  <a16:creationId xmlns:a16="http://schemas.microsoft.com/office/drawing/2014/main" id="{A6FAC4BE-B3DC-5BB1-8BE9-13953EA4F9EF}"/>
                </a:ext>
              </a:extLst>
            </p:cNvPr>
            <p:cNvSpPr/>
            <p:nvPr/>
          </p:nvSpPr>
          <p:spPr>
            <a:xfrm>
              <a:off x="1034235" y="454537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FF69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150" name="Grafik 149" title="Meilensteinkennzeichen">
              <a:extLst>
                <a:ext uri="{FF2B5EF4-FFF2-40B4-BE49-F238E27FC236}">
                  <a16:creationId xmlns:a16="http://schemas.microsoft.com/office/drawing/2014/main" id="{EB55A5F7-82DD-E210-518C-5DE4CB7450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446365" y="3962124"/>
              <a:ext cx="573660" cy="422383"/>
            </a:xfrm>
            <a:prstGeom prst="rect">
              <a:avLst/>
            </a:prstGeom>
          </p:spPr>
        </p:pic>
        <p:sp>
          <p:nvSpPr>
            <p:cNvPr id="151" name="Rechteck 150">
              <a:extLst>
                <a:ext uri="{FF2B5EF4-FFF2-40B4-BE49-F238E27FC236}">
                  <a16:creationId xmlns:a16="http://schemas.microsoft.com/office/drawing/2014/main" id="{77F14094-BB21-2BE6-16C3-895637B3936E}"/>
                </a:ext>
              </a:extLst>
            </p:cNvPr>
            <p:cNvSpPr/>
            <p:nvPr/>
          </p:nvSpPr>
          <p:spPr>
            <a:xfrm>
              <a:off x="704623" y="4054460"/>
              <a:ext cx="304881" cy="2174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05</a:t>
              </a:r>
            </a:p>
          </p:txBody>
        </p:sp>
      </p:grpSp>
      <p:grpSp>
        <p:nvGrpSpPr>
          <p:cNvPr id="13" name="Gruppieren 12" title="Meilenstein">
            <a:extLst>
              <a:ext uri="{FF2B5EF4-FFF2-40B4-BE49-F238E27FC236}">
                <a16:creationId xmlns:a16="http://schemas.microsoft.com/office/drawing/2014/main" id="{104A8026-CA46-6F99-8499-6AE4DEBAF59F}"/>
              </a:ext>
            </a:extLst>
          </p:cNvPr>
          <p:cNvGrpSpPr/>
          <p:nvPr/>
        </p:nvGrpSpPr>
        <p:grpSpPr>
          <a:xfrm>
            <a:off x="3665898" y="1898555"/>
            <a:ext cx="2233509" cy="638919"/>
            <a:chOff x="5653543" y="3048963"/>
            <a:chExt cx="2233509" cy="638919"/>
          </a:xfrm>
        </p:grpSpPr>
        <p:grpSp>
          <p:nvGrpSpPr>
            <p:cNvPr id="135" name="Gruppieren 134" title="Meilensteintext">
              <a:extLst>
                <a:ext uri="{FF2B5EF4-FFF2-40B4-BE49-F238E27FC236}">
                  <a16:creationId xmlns:a16="http://schemas.microsoft.com/office/drawing/2014/main" id="{6535DC75-A652-6D89-8D27-BDB0CC97D2D0}"/>
                </a:ext>
              </a:extLst>
            </p:cNvPr>
            <p:cNvGrpSpPr/>
            <p:nvPr/>
          </p:nvGrpSpPr>
          <p:grpSpPr>
            <a:xfrm>
              <a:off x="6280626" y="3108996"/>
              <a:ext cx="1606426" cy="365322"/>
              <a:chOff x="2110554" y="2162177"/>
              <a:chExt cx="1606426" cy="365322"/>
            </a:xfrm>
          </p:grpSpPr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C333905E-84DB-CE57-B747-55A9E2850AC8}"/>
                  </a:ext>
                </a:extLst>
              </p:cNvPr>
              <p:cNvSpPr txBox="1"/>
              <p:nvPr/>
            </p:nvSpPr>
            <p:spPr>
              <a:xfrm>
                <a:off x="2110554" y="2162177"/>
                <a:ext cx="160642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Pain-Point-Analyse</a:t>
                </a:r>
              </a:p>
            </p:txBody>
          </p:sp>
          <p:sp>
            <p:nvSpPr>
              <p:cNvPr id="137" name="Textfeld 136">
                <a:extLst>
                  <a:ext uri="{FF2B5EF4-FFF2-40B4-BE49-F238E27FC236}">
                    <a16:creationId xmlns:a16="http://schemas.microsoft.com/office/drawing/2014/main" id="{8DC958AD-D178-D34C-84BB-CFF606329DFC}"/>
                  </a:ext>
                </a:extLst>
              </p:cNvPr>
              <p:cNvSpPr txBox="1"/>
              <p:nvPr/>
            </p:nvSpPr>
            <p:spPr>
              <a:xfrm>
                <a:off x="2132326" y="2373611"/>
                <a:ext cx="129478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14.05.2026</a:t>
                </a:r>
              </a:p>
            </p:txBody>
          </p:sp>
        </p:grpSp>
        <p:sp>
          <p:nvSpPr>
            <p:cNvPr id="199" name="Rechteck: Abgerundete Ecken 198" title="Meilensteingrafik">
              <a:extLst>
                <a:ext uri="{FF2B5EF4-FFF2-40B4-BE49-F238E27FC236}">
                  <a16:creationId xmlns:a16="http://schemas.microsoft.com/office/drawing/2014/main" id="{646CED62-0C98-170D-759B-B0012A204EC0}"/>
                </a:ext>
              </a:extLst>
            </p:cNvPr>
            <p:cNvSpPr/>
            <p:nvPr/>
          </p:nvSpPr>
          <p:spPr>
            <a:xfrm>
              <a:off x="6276929" y="353676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02" name="Grafik 201" title="Meilensteinkennzeichen">
              <a:extLst>
                <a:ext uri="{FF2B5EF4-FFF2-40B4-BE49-F238E27FC236}">
                  <a16:creationId xmlns:a16="http://schemas.microsoft.com/office/drawing/2014/main" id="{CD3E9D59-062E-EEDE-9D70-98A9754897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33525" t="18748" r="17129" b="44918"/>
            <a:stretch/>
          </p:blipFill>
          <p:spPr>
            <a:xfrm flipH="1">
              <a:off x="5653543" y="3048963"/>
              <a:ext cx="573660" cy="422383"/>
            </a:xfrm>
            <a:prstGeom prst="rect">
              <a:avLst/>
            </a:prstGeom>
          </p:spPr>
        </p:pic>
        <p:sp>
          <p:nvSpPr>
            <p:cNvPr id="203" name="Rechteck 202">
              <a:extLst>
                <a:ext uri="{FF2B5EF4-FFF2-40B4-BE49-F238E27FC236}">
                  <a16:creationId xmlns:a16="http://schemas.microsoft.com/office/drawing/2014/main" id="{577847FC-940C-A249-FF3B-886E638DE1AA}"/>
                </a:ext>
              </a:extLst>
            </p:cNvPr>
            <p:cNvSpPr/>
            <p:nvPr/>
          </p:nvSpPr>
          <p:spPr>
            <a:xfrm>
              <a:off x="5890158" y="3141299"/>
              <a:ext cx="348173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06</a:t>
              </a:r>
            </a:p>
          </p:txBody>
        </p:sp>
      </p:grpSp>
      <p:grpSp>
        <p:nvGrpSpPr>
          <p:cNvPr id="14" name="Gruppieren 13" title="Meilenstein">
            <a:extLst>
              <a:ext uri="{FF2B5EF4-FFF2-40B4-BE49-F238E27FC236}">
                <a16:creationId xmlns:a16="http://schemas.microsoft.com/office/drawing/2014/main" id="{64981E59-FF47-9A3D-28B6-2531434F7F24}"/>
              </a:ext>
            </a:extLst>
          </p:cNvPr>
          <p:cNvGrpSpPr/>
          <p:nvPr/>
        </p:nvGrpSpPr>
        <p:grpSpPr>
          <a:xfrm>
            <a:off x="5287743" y="694414"/>
            <a:ext cx="1929546" cy="870687"/>
            <a:chOff x="6954594" y="2493735"/>
            <a:chExt cx="1929546" cy="870687"/>
          </a:xfrm>
        </p:grpSpPr>
        <p:grpSp>
          <p:nvGrpSpPr>
            <p:cNvPr id="126" name="Gruppieren 125" title="Meilensteintext">
              <a:extLst>
                <a:ext uri="{FF2B5EF4-FFF2-40B4-BE49-F238E27FC236}">
                  <a16:creationId xmlns:a16="http://schemas.microsoft.com/office/drawing/2014/main" id="{4726A492-6BE8-2EB8-2F75-2ABE2DDFD258}"/>
                </a:ext>
              </a:extLst>
            </p:cNvPr>
            <p:cNvGrpSpPr/>
            <p:nvPr/>
          </p:nvGrpSpPr>
          <p:grpSpPr>
            <a:xfrm>
              <a:off x="7573528" y="2493735"/>
              <a:ext cx="1310612" cy="722287"/>
              <a:chOff x="2094725" y="2072931"/>
              <a:chExt cx="1310612" cy="722287"/>
            </a:xfrm>
          </p:grpSpPr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E7820674-829A-A32F-509D-216ABA7C2395}"/>
                  </a:ext>
                </a:extLst>
              </p:cNvPr>
              <p:cNvSpPr txBox="1"/>
              <p:nvPr/>
            </p:nvSpPr>
            <p:spPr>
              <a:xfrm>
                <a:off x="2094725" y="2072931"/>
                <a:ext cx="1294782" cy="438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Lösungsansätze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entwickelt</a:t>
                </a:r>
              </a:p>
            </p:txBody>
          </p:sp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01A70E12-650D-1321-CC56-127B8DACD481}"/>
                  </a:ext>
                </a:extLst>
              </p:cNvPr>
              <p:cNvSpPr txBox="1"/>
              <p:nvPr/>
            </p:nvSpPr>
            <p:spPr>
              <a:xfrm>
                <a:off x="2110556" y="2559481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19.05.2026</a:t>
                </a:r>
              </a:p>
            </p:txBody>
          </p:sp>
        </p:grpSp>
        <p:sp>
          <p:nvSpPr>
            <p:cNvPr id="153" name="Rechteck: Abgerundete Ecken 152" title="Meilensteingrafik">
              <a:extLst>
                <a:ext uri="{FF2B5EF4-FFF2-40B4-BE49-F238E27FC236}">
                  <a16:creationId xmlns:a16="http://schemas.microsoft.com/office/drawing/2014/main" id="{69D4756E-47AB-FB7A-0FB7-FAF0350EB536}"/>
                </a:ext>
              </a:extLst>
            </p:cNvPr>
            <p:cNvSpPr/>
            <p:nvPr/>
          </p:nvSpPr>
          <p:spPr>
            <a:xfrm>
              <a:off x="7563175" y="321330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04" name="Grafik 203" title="Meilensteinkennzeichen">
              <a:extLst>
                <a:ext uri="{FF2B5EF4-FFF2-40B4-BE49-F238E27FC236}">
                  <a16:creationId xmlns:a16="http://schemas.microsoft.com/office/drawing/2014/main" id="{85229261-D48B-0CAB-6E2D-5E7057C45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33525" t="18748" r="17129" b="44918"/>
            <a:stretch/>
          </p:blipFill>
          <p:spPr>
            <a:xfrm flipH="1">
              <a:off x="6954594" y="2522254"/>
              <a:ext cx="573660" cy="422383"/>
            </a:xfrm>
            <a:prstGeom prst="rect">
              <a:avLst/>
            </a:prstGeom>
          </p:spPr>
        </p:pic>
        <p:sp>
          <p:nvSpPr>
            <p:cNvPr id="205" name="Rechteck 204">
              <a:extLst>
                <a:ext uri="{FF2B5EF4-FFF2-40B4-BE49-F238E27FC236}">
                  <a16:creationId xmlns:a16="http://schemas.microsoft.com/office/drawing/2014/main" id="{A67B5034-83B3-615D-C26B-31CCF1ABDC7B}"/>
                </a:ext>
              </a:extLst>
            </p:cNvPr>
            <p:cNvSpPr/>
            <p:nvPr/>
          </p:nvSpPr>
          <p:spPr>
            <a:xfrm>
              <a:off x="7192813" y="2614590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07</a:t>
              </a:r>
            </a:p>
          </p:txBody>
        </p:sp>
      </p:grpSp>
      <p:grpSp>
        <p:nvGrpSpPr>
          <p:cNvPr id="223" name="Gruppieren 222" title="Meilenstein">
            <a:extLst>
              <a:ext uri="{FF2B5EF4-FFF2-40B4-BE49-F238E27FC236}">
                <a16:creationId xmlns:a16="http://schemas.microsoft.com/office/drawing/2014/main" id="{454CE740-52B7-9843-251F-4694D3CDC3BF}"/>
              </a:ext>
            </a:extLst>
          </p:cNvPr>
          <p:cNvGrpSpPr/>
          <p:nvPr/>
        </p:nvGrpSpPr>
        <p:grpSpPr>
          <a:xfrm>
            <a:off x="6132310" y="2441542"/>
            <a:ext cx="1980306" cy="1059743"/>
            <a:chOff x="6954594" y="2506597"/>
            <a:chExt cx="1980306" cy="1059743"/>
          </a:xfrm>
        </p:grpSpPr>
        <p:grpSp>
          <p:nvGrpSpPr>
            <p:cNvPr id="224" name="Gruppieren 223" title="Meilensteintext">
              <a:extLst>
                <a:ext uri="{FF2B5EF4-FFF2-40B4-BE49-F238E27FC236}">
                  <a16:creationId xmlns:a16="http://schemas.microsoft.com/office/drawing/2014/main" id="{3D481601-2B0D-3B2A-2CD0-A24D73BE0F00}"/>
                </a:ext>
              </a:extLst>
            </p:cNvPr>
            <p:cNvGrpSpPr/>
            <p:nvPr/>
          </p:nvGrpSpPr>
          <p:grpSpPr>
            <a:xfrm>
              <a:off x="7639021" y="2506597"/>
              <a:ext cx="1295879" cy="929437"/>
              <a:chOff x="2160218" y="2085793"/>
              <a:chExt cx="1295879" cy="929437"/>
            </a:xfrm>
          </p:grpSpPr>
          <p:sp>
            <p:nvSpPr>
              <p:cNvPr id="228" name="Textfeld 227">
                <a:extLst>
                  <a:ext uri="{FF2B5EF4-FFF2-40B4-BE49-F238E27FC236}">
                    <a16:creationId xmlns:a16="http://schemas.microsoft.com/office/drawing/2014/main" id="{6ED45EE7-2E48-FD58-466E-F3C888B3342A}"/>
                  </a:ext>
                </a:extLst>
              </p:cNvPr>
              <p:cNvSpPr txBox="1"/>
              <p:nvPr/>
            </p:nvSpPr>
            <p:spPr>
              <a:xfrm>
                <a:off x="2160218" y="2085793"/>
                <a:ext cx="1294782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Workshop „Validierung des SOLL-Konzepts“ durchgeführt</a:t>
                </a:r>
              </a:p>
            </p:txBody>
          </p:sp>
          <p:sp>
            <p:nvSpPr>
              <p:cNvPr id="229" name="Textfeld 228">
                <a:extLst>
                  <a:ext uri="{FF2B5EF4-FFF2-40B4-BE49-F238E27FC236}">
                    <a16:creationId xmlns:a16="http://schemas.microsoft.com/office/drawing/2014/main" id="{10802BE5-B95C-2EA8-A587-B51FBD5205F0}"/>
                  </a:ext>
                </a:extLst>
              </p:cNvPr>
              <p:cNvSpPr txBox="1"/>
              <p:nvPr/>
            </p:nvSpPr>
            <p:spPr>
              <a:xfrm>
                <a:off x="2161316" y="2779493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29.05.2026</a:t>
                </a:r>
              </a:p>
            </p:txBody>
          </p:sp>
        </p:grpSp>
        <p:sp>
          <p:nvSpPr>
            <p:cNvPr id="225" name="Rechteck: Abgerundete Ecken 152" title="Meilensteingrafik">
              <a:extLst>
                <a:ext uri="{FF2B5EF4-FFF2-40B4-BE49-F238E27FC236}">
                  <a16:creationId xmlns:a16="http://schemas.microsoft.com/office/drawing/2014/main" id="{FC951264-16F0-46A6-30F0-CCEB35CCB450}"/>
                </a:ext>
              </a:extLst>
            </p:cNvPr>
            <p:cNvSpPr/>
            <p:nvPr/>
          </p:nvSpPr>
          <p:spPr>
            <a:xfrm>
              <a:off x="7588004" y="3415219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26" name="Grafik 225" title="Meilensteinkennzeichen">
              <a:extLst>
                <a:ext uri="{FF2B5EF4-FFF2-40B4-BE49-F238E27FC236}">
                  <a16:creationId xmlns:a16="http://schemas.microsoft.com/office/drawing/2014/main" id="{F6533A0F-7AB0-B441-57D0-53F451BF54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6954594" y="2522254"/>
              <a:ext cx="573660" cy="422383"/>
            </a:xfrm>
            <a:prstGeom prst="rect">
              <a:avLst/>
            </a:prstGeom>
          </p:spPr>
        </p:pic>
        <p:sp>
          <p:nvSpPr>
            <p:cNvPr id="227" name="Rechteck 226">
              <a:extLst>
                <a:ext uri="{FF2B5EF4-FFF2-40B4-BE49-F238E27FC236}">
                  <a16:creationId xmlns:a16="http://schemas.microsoft.com/office/drawing/2014/main" id="{0F8427D5-9D8E-F12C-98A1-3E869A0DFD12}"/>
                </a:ext>
              </a:extLst>
            </p:cNvPr>
            <p:cNvSpPr/>
            <p:nvPr/>
          </p:nvSpPr>
          <p:spPr>
            <a:xfrm>
              <a:off x="7192813" y="2614590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08</a:t>
              </a:r>
            </a:p>
          </p:txBody>
        </p:sp>
      </p:grpSp>
      <p:grpSp>
        <p:nvGrpSpPr>
          <p:cNvPr id="240" name="Gruppieren 239" title="Meilenstein">
            <a:extLst>
              <a:ext uri="{FF2B5EF4-FFF2-40B4-BE49-F238E27FC236}">
                <a16:creationId xmlns:a16="http://schemas.microsoft.com/office/drawing/2014/main" id="{EBFC100B-AF03-B971-CEFC-0253E9C22784}"/>
              </a:ext>
            </a:extLst>
          </p:cNvPr>
          <p:cNvGrpSpPr/>
          <p:nvPr/>
        </p:nvGrpSpPr>
        <p:grpSpPr>
          <a:xfrm>
            <a:off x="6696132" y="4315394"/>
            <a:ext cx="2112336" cy="613478"/>
            <a:chOff x="6954594" y="2522254"/>
            <a:chExt cx="2112336" cy="613478"/>
          </a:xfrm>
        </p:grpSpPr>
        <p:grpSp>
          <p:nvGrpSpPr>
            <p:cNvPr id="241" name="Gruppieren 240" title="Meilensteintext">
              <a:extLst>
                <a:ext uri="{FF2B5EF4-FFF2-40B4-BE49-F238E27FC236}">
                  <a16:creationId xmlns:a16="http://schemas.microsoft.com/office/drawing/2014/main" id="{835FBE28-FE15-2FE0-476D-2E57D3D9561C}"/>
                </a:ext>
              </a:extLst>
            </p:cNvPr>
            <p:cNvGrpSpPr/>
            <p:nvPr/>
          </p:nvGrpSpPr>
          <p:grpSpPr>
            <a:xfrm>
              <a:off x="7640119" y="2591251"/>
              <a:ext cx="1426811" cy="388580"/>
              <a:chOff x="2161316" y="2170447"/>
              <a:chExt cx="1426811" cy="388580"/>
            </a:xfrm>
          </p:grpSpPr>
          <p:sp>
            <p:nvSpPr>
              <p:cNvPr id="245" name="Textfeld 244">
                <a:extLst>
                  <a:ext uri="{FF2B5EF4-FFF2-40B4-BE49-F238E27FC236}">
                    <a16:creationId xmlns:a16="http://schemas.microsoft.com/office/drawing/2014/main" id="{DC4282CE-A3BE-66B6-B902-342E22EC1E16}"/>
                  </a:ext>
                </a:extLst>
              </p:cNvPr>
              <p:cNvSpPr txBox="1"/>
              <p:nvPr/>
            </p:nvSpPr>
            <p:spPr>
              <a:xfrm>
                <a:off x="2170925" y="2170447"/>
                <a:ext cx="1417202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Zwischenpräsentation</a:t>
                </a:r>
              </a:p>
            </p:txBody>
          </p:sp>
          <p:sp>
            <p:nvSpPr>
              <p:cNvPr id="246" name="Textfeld 245">
                <a:extLst>
                  <a:ext uri="{FF2B5EF4-FFF2-40B4-BE49-F238E27FC236}">
                    <a16:creationId xmlns:a16="http://schemas.microsoft.com/office/drawing/2014/main" id="{074C335A-2D6F-7F11-9B90-9197BDB58D36}"/>
                  </a:ext>
                </a:extLst>
              </p:cNvPr>
              <p:cNvSpPr txBox="1"/>
              <p:nvPr/>
            </p:nvSpPr>
            <p:spPr>
              <a:xfrm>
                <a:off x="2161316" y="2323290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05.06.2026</a:t>
                </a:r>
              </a:p>
            </p:txBody>
          </p:sp>
        </p:grpSp>
        <p:sp>
          <p:nvSpPr>
            <p:cNvPr id="242" name="Rechteck: Abgerundete Ecken 152" title="Meilensteingrafik">
              <a:extLst>
                <a:ext uri="{FF2B5EF4-FFF2-40B4-BE49-F238E27FC236}">
                  <a16:creationId xmlns:a16="http://schemas.microsoft.com/office/drawing/2014/main" id="{B68B5AA6-6A51-5606-839D-5B9FBA2684BD}"/>
                </a:ext>
              </a:extLst>
            </p:cNvPr>
            <p:cNvSpPr/>
            <p:nvPr/>
          </p:nvSpPr>
          <p:spPr>
            <a:xfrm>
              <a:off x="7649422" y="298461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43" name="Grafik 242" title="Meilensteinkennzeichen">
              <a:extLst>
                <a:ext uri="{FF2B5EF4-FFF2-40B4-BE49-F238E27FC236}">
                  <a16:creationId xmlns:a16="http://schemas.microsoft.com/office/drawing/2014/main" id="{EA256DB1-1CE6-3C2A-EE9C-6A615F2021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6954594" y="2522254"/>
              <a:ext cx="573660" cy="422383"/>
            </a:xfrm>
            <a:prstGeom prst="rect">
              <a:avLst/>
            </a:prstGeom>
          </p:spPr>
        </p:pic>
        <p:sp>
          <p:nvSpPr>
            <p:cNvPr id="244" name="Rechteck 243">
              <a:extLst>
                <a:ext uri="{FF2B5EF4-FFF2-40B4-BE49-F238E27FC236}">
                  <a16:creationId xmlns:a16="http://schemas.microsoft.com/office/drawing/2014/main" id="{3A3108C3-D0FD-6F8D-B046-623341579193}"/>
                </a:ext>
              </a:extLst>
            </p:cNvPr>
            <p:cNvSpPr/>
            <p:nvPr/>
          </p:nvSpPr>
          <p:spPr>
            <a:xfrm>
              <a:off x="7192813" y="2614590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09</a:t>
              </a:r>
            </a:p>
          </p:txBody>
        </p:sp>
      </p:grpSp>
      <p:grpSp>
        <p:nvGrpSpPr>
          <p:cNvPr id="270" name="Gruppieren 269" title="Meilenstein">
            <a:extLst>
              <a:ext uri="{FF2B5EF4-FFF2-40B4-BE49-F238E27FC236}">
                <a16:creationId xmlns:a16="http://schemas.microsoft.com/office/drawing/2014/main" id="{730BB4B2-1C49-0FA0-1BE2-43335D0FB721}"/>
              </a:ext>
            </a:extLst>
          </p:cNvPr>
          <p:cNvGrpSpPr/>
          <p:nvPr/>
        </p:nvGrpSpPr>
        <p:grpSpPr>
          <a:xfrm>
            <a:off x="8661570" y="1920106"/>
            <a:ext cx="1913716" cy="724637"/>
            <a:chOff x="6954594" y="2493735"/>
            <a:chExt cx="1913716" cy="724637"/>
          </a:xfrm>
        </p:grpSpPr>
        <p:grpSp>
          <p:nvGrpSpPr>
            <p:cNvPr id="271" name="Gruppieren 270" title="Meilensteintext">
              <a:extLst>
                <a:ext uri="{FF2B5EF4-FFF2-40B4-BE49-F238E27FC236}">
                  <a16:creationId xmlns:a16="http://schemas.microsoft.com/office/drawing/2014/main" id="{547A1635-03CB-11BD-7CC9-234C9F95A942}"/>
                </a:ext>
              </a:extLst>
            </p:cNvPr>
            <p:cNvGrpSpPr/>
            <p:nvPr/>
          </p:nvGrpSpPr>
          <p:grpSpPr>
            <a:xfrm>
              <a:off x="7567588" y="2493735"/>
              <a:ext cx="1300722" cy="582747"/>
              <a:chOff x="2088785" y="2072931"/>
              <a:chExt cx="1300722" cy="582747"/>
            </a:xfrm>
          </p:grpSpPr>
          <p:sp>
            <p:nvSpPr>
              <p:cNvPr id="275" name="Textfeld 274">
                <a:extLst>
                  <a:ext uri="{FF2B5EF4-FFF2-40B4-BE49-F238E27FC236}">
                    <a16:creationId xmlns:a16="http://schemas.microsoft.com/office/drawing/2014/main" id="{D4CEC804-5BEB-B86F-A099-226635A1DC9D}"/>
                  </a:ext>
                </a:extLst>
              </p:cNvPr>
              <p:cNvSpPr txBox="1"/>
              <p:nvPr/>
            </p:nvSpPr>
            <p:spPr>
              <a:xfrm>
                <a:off x="2094725" y="2072931"/>
                <a:ext cx="1294782" cy="32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Detailspezifikation erstellt</a:t>
                </a:r>
              </a:p>
            </p:txBody>
          </p:sp>
          <p:sp>
            <p:nvSpPr>
              <p:cNvPr id="276" name="Textfeld 275">
                <a:extLst>
                  <a:ext uri="{FF2B5EF4-FFF2-40B4-BE49-F238E27FC236}">
                    <a16:creationId xmlns:a16="http://schemas.microsoft.com/office/drawing/2014/main" id="{33CB1A3A-A931-447C-30EA-32C7C6ABD093}"/>
                  </a:ext>
                </a:extLst>
              </p:cNvPr>
              <p:cNvSpPr txBox="1"/>
              <p:nvPr/>
            </p:nvSpPr>
            <p:spPr>
              <a:xfrm>
                <a:off x="2088785" y="2419941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03.07.2026</a:t>
                </a:r>
              </a:p>
            </p:txBody>
          </p:sp>
        </p:grpSp>
        <p:sp>
          <p:nvSpPr>
            <p:cNvPr id="272" name="Rechteck: Abgerundete Ecken 152" title="Meilensteingrafik">
              <a:extLst>
                <a:ext uri="{FF2B5EF4-FFF2-40B4-BE49-F238E27FC236}">
                  <a16:creationId xmlns:a16="http://schemas.microsoft.com/office/drawing/2014/main" id="{4BA7CED3-04E7-133B-6F82-97DDD637914D}"/>
                </a:ext>
              </a:extLst>
            </p:cNvPr>
            <p:cNvSpPr/>
            <p:nvPr/>
          </p:nvSpPr>
          <p:spPr>
            <a:xfrm>
              <a:off x="7530517" y="306725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73" name="Grafik 272" title="Meilensteinkennzeichen">
              <a:extLst>
                <a:ext uri="{FF2B5EF4-FFF2-40B4-BE49-F238E27FC236}">
                  <a16:creationId xmlns:a16="http://schemas.microsoft.com/office/drawing/2014/main" id="{60343068-9B8E-9C72-1610-FCD075F4B7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6954594" y="2522254"/>
              <a:ext cx="573660" cy="422383"/>
            </a:xfrm>
            <a:prstGeom prst="rect">
              <a:avLst/>
            </a:prstGeom>
          </p:spPr>
        </p:pic>
        <p:sp>
          <p:nvSpPr>
            <p:cNvPr id="274" name="Rechteck 273">
              <a:extLst>
                <a:ext uri="{FF2B5EF4-FFF2-40B4-BE49-F238E27FC236}">
                  <a16:creationId xmlns:a16="http://schemas.microsoft.com/office/drawing/2014/main" id="{5F0DFB01-BC8F-E24E-3D94-347E831D9FF3}"/>
                </a:ext>
              </a:extLst>
            </p:cNvPr>
            <p:cNvSpPr/>
            <p:nvPr/>
          </p:nvSpPr>
          <p:spPr>
            <a:xfrm>
              <a:off x="7192813" y="2614590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11</a:t>
              </a:r>
            </a:p>
          </p:txBody>
        </p:sp>
      </p:grpSp>
      <p:grpSp>
        <p:nvGrpSpPr>
          <p:cNvPr id="277" name="Gruppieren 276" title="Meilenstein">
            <a:extLst>
              <a:ext uri="{FF2B5EF4-FFF2-40B4-BE49-F238E27FC236}">
                <a16:creationId xmlns:a16="http://schemas.microsoft.com/office/drawing/2014/main" id="{28F1F565-3BB6-5859-36B9-2B008DA3ED15}"/>
              </a:ext>
            </a:extLst>
          </p:cNvPr>
          <p:cNvGrpSpPr/>
          <p:nvPr/>
        </p:nvGrpSpPr>
        <p:grpSpPr>
          <a:xfrm>
            <a:off x="9661650" y="3016368"/>
            <a:ext cx="1917277" cy="729922"/>
            <a:chOff x="6966709" y="2324127"/>
            <a:chExt cx="1917277" cy="729922"/>
          </a:xfrm>
        </p:grpSpPr>
        <p:grpSp>
          <p:nvGrpSpPr>
            <p:cNvPr id="278" name="Gruppieren 277" title="Meilensteintext">
              <a:extLst>
                <a:ext uri="{FF2B5EF4-FFF2-40B4-BE49-F238E27FC236}">
                  <a16:creationId xmlns:a16="http://schemas.microsoft.com/office/drawing/2014/main" id="{3D5E09FD-469B-69EA-7368-FCA992A65C89}"/>
                </a:ext>
              </a:extLst>
            </p:cNvPr>
            <p:cNvGrpSpPr/>
            <p:nvPr/>
          </p:nvGrpSpPr>
          <p:grpSpPr>
            <a:xfrm>
              <a:off x="7589205" y="2359186"/>
              <a:ext cx="1294781" cy="563226"/>
              <a:chOff x="2110402" y="1938382"/>
              <a:chExt cx="1294781" cy="563226"/>
            </a:xfrm>
          </p:grpSpPr>
          <p:sp>
            <p:nvSpPr>
              <p:cNvPr id="282" name="Textfeld 281">
                <a:extLst>
                  <a:ext uri="{FF2B5EF4-FFF2-40B4-BE49-F238E27FC236}">
                    <a16:creationId xmlns:a16="http://schemas.microsoft.com/office/drawing/2014/main" id="{76FC186A-0D23-B1DD-F3C6-80FC49482A41}"/>
                  </a:ext>
                </a:extLst>
              </p:cNvPr>
              <p:cNvSpPr txBox="1"/>
              <p:nvPr/>
            </p:nvSpPr>
            <p:spPr>
              <a:xfrm>
                <a:off x="2115738" y="1938382"/>
                <a:ext cx="1129075" cy="32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Bachelor Thesis</a:t>
                </a:r>
              </a:p>
              <a:p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Abgabe</a:t>
                </a:r>
              </a:p>
            </p:txBody>
          </p:sp>
          <p:sp>
            <p:nvSpPr>
              <p:cNvPr id="283" name="Textfeld 282">
                <a:extLst>
                  <a:ext uri="{FF2B5EF4-FFF2-40B4-BE49-F238E27FC236}">
                    <a16:creationId xmlns:a16="http://schemas.microsoft.com/office/drawing/2014/main" id="{943ECAE4-1AC8-1FFC-0C8E-8F3BDE8521D2}"/>
                  </a:ext>
                </a:extLst>
              </p:cNvPr>
              <p:cNvSpPr txBox="1"/>
              <p:nvPr/>
            </p:nvSpPr>
            <p:spPr>
              <a:xfrm>
                <a:off x="2110402" y="2265871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07.08.2026</a:t>
                </a:r>
              </a:p>
            </p:txBody>
          </p:sp>
        </p:grpSp>
        <p:sp>
          <p:nvSpPr>
            <p:cNvPr id="279" name="Rechteck: Abgerundete Ecken 152" title="Meilensteingrafik">
              <a:extLst>
                <a:ext uri="{FF2B5EF4-FFF2-40B4-BE49-F238E27FC236}">
                  <a16:creationId xmlns:a16="http://schemas.microsoft.com/office/drawing/2014/main" id="{9CCAAFC9-6D5D-7640-52F9-09C03750FE14}"/>
                </a:ext>
              </a:extLst>
            </p:cNvPr>
            <p:cNvSpPr/>
            <p:nvPr/>
          </p:nvSpPr>
          <p:spPr>
            <a:xfrm>
              <a:off x="7537779" y="2902928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80" name="Grafik 279" title="Meilensteinkennzeichen">
              <a:extLst>
                <a:ext uri="{FF2B5EF4-FFF2-40B4-BE49-F238E27FC236}">
                  <a16:creationId xmlns:a16="http://schemas.microsoft.com/office/drawing/2014/main" id="{8FE384EA-EFC8-3CD1-11BC-9EE84F935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6966709" y="2324127"/>
              <a:ext cx="573660" cy="422383"/>
            </a:xfrm>
            <a:prstGeom prst="rect">
              <a:avLst/>
            </a:prstGeom>
          </p:spPr>
        </p:pic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57251993-2960-118F-A5E9-2C4D074CE7E8}"/>
                </a:ext>
              </a:extLst>
            </p:cNvPr>
            <p:cNvSpPr/>
            <p:nvPr/>
          </p:nvSpPr>
          <p:spPr>
            <a:xfrm>
              <a:off x="7192813" y="2418229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12</a:t>
              </a:r>
            </a:p>
          </p:txBody>
        </p:sp>
      </p:grpSp>
      <p:grpSp>
        <p:nvGrpSpPr>
          <p:cNvPr id="284" name="Gruppieren 283" title="Meilenstein">
            <a:extLst>
              <a:ext uri="{FF2B5EF4-FFF2-40B4-BE49-F238E27FC236}">
                <a16:creationId xmlns:a16="http://schemas.microsoft.com/office/drawing/2014/main" id="{5DD8A85B-92D2-027E-43E0-62EC315CE3DF}"/>
              </a:ext>
            </a:extLst>
          </p:cNvPr>
          <p:cNvGrpSpPr/>
          <p:nvPr/>
        </p:nvGrpSpPr>
        <p:grpSpPr>
          <a:xfrm>
            <a:off x="10313550" y="4241212"/>
            <a:ext cx="1861875" cy="691000"/>
            <a:chOff x="6834314" y="2403192"/>
            <a:chExt cx="1861875" cy="691000"/>
          </a:xfrm>
        </p:grpSpPr>
        <p:grpSp>
          <p:nvGrpSpPr>
            <p:cNvPr id="285" name="Gruppieren 284" title="Meilensteintext">
              <a:extLst>
                <a:ext uri="{FF2B5EF4-FFF2-40B4-BE49-F238E27FC236}">
                  <a16:creationId xmlns:a16="http://schemas.microsoft.com/office/drawing/2014/main" id="{86ADFC6D-DBF9-A1D2-8317-B59DE6B6D85A}"/>
                </a:ext>
              </a:extLst>
            </p:cNvPr>
            <p:cNvGrpSpPr/>
            <p:nvPr/>
          </p:nvGrpSpPr>
          <p:grpSpPr>
            <a:xfrm>
              <a:off x="7397154" y="2537441"/>
              <a:ext cx="1299035" cy="431726"/>
              <a:chOff x="1918351" y="2116637"/>
              <a:chExt cx="1299035" cy="431726"/>
            </a:xfrm>
          </p:grpSpPr>
          <p:sp>
            <p:nvSpPr>
              <p:cNvPr id="289" name="Textfeld 288">
                <a:extLst>
                  <a:ext uri="{FF2B5EF4-FFF2-40B4-BE49-F238E27FC236}">
                    <a16:creationId xmlns:a16="http://schemas.microsoft.com/office/drawing/2014/main" id="{2814747A-E88D-585F-EED5-44528F2AE71A}"/>
                  </a:ext>
                </a:extLst>
              </p:cNvPr>
              <p:cNvSpPr txBox="1"/>
              <p:nvPr/>
            </p:nvSpPr>
            <p:spPr>
              <a:xfrm>
                <a:off x="1918351" y="2116637"/>
                <a:ext cx="1294782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de-DE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Schlusspräsentation</a:t>
                </a:r>
              </a:p>
            </p:txBody>
          </p:sp>
          <p:sp>
            <p:nvSpPr>
              <p:cNvPr id="290" name="Textfeld 289">
                <a:extLst>
                  <a:ext uri="{FF2B5EF4-FFF2-40B4-BE49-F238E27FC236}">
                    <a16:creationId xmlns:a16="http://schemas.microsoft.com/office/drawing/2014/main" id="{8B7CC0B2-140C-B94A-CF1B-407039D546FB}"/>
                  </a:ext>
                </a:extLst>
              </p:cNvPr>
              <p:cNvSpPr txBox="1"/>
              <p:nvPr/>
            </p:nvSpPr>
            <p:spPr>
              <a:xfrm>
                <a:off x="1922605" y="2312626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Bis am 14.08.2026</a:t>
                </a:r>
              </a:p>
            </p:txBody>
          </p:sp>
        </p:grpSp>
        <p:sp>
          <p:nvSpPr>
            <p:cNvPr id="286" name="Rechteck: Abgerundete Ecken 152" title="Meilensteingrafik">
              <a:extLst>
                <a:ext uri="{FF2B5EF4-FFF2-40B4-BE49-F238E27FC236}">
                  <a16:creationId xmlns:a16="http://schemas.microsoft.com/office/drawing/2014/main" id="{0516ABD0-75A9-6E46-AA5F-BC73A31415EB}"/>
                </a:ext>
              </a:extLst>
            </p:cNvPr>
            <p:cNvSpPr/>
            <p:nvPr/>
          </p:nvSpPr>
          <p:spPr>
            <a:xfrm>
              <a:off x="7388435" y="294307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pic>
          <p:nvPicPr>
            <p:cNvPr id="287" name="Grafik 286" title="Meilensteinkennzeichen">
              <a:extLst>
                <a:ext uri="{FF2B5EF4-FFF2-40B4-BE49-F238E27FC236}">
                  <a16:creationId xmlns:a16="http://schemas.microsoft.com/office/drawing/2014/main" id="{0A287471-BFBD-8548-D982-E7E8862F2C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6834314" y="2403192"/>
              <a:ext cx="573660" cy="422383"/>
            </a:xfrm>
            <a:prstGeom prst="rect">
              <a:avLst/>
            </a:prstGeom>
          </p:spPr>
        </p:pic>
        <p:sp>
          <p:nvSpPr>
            <p:cNvPr id="288" name="Rechteck 287">
              <a:extLst>
                <a:ext uri="{FF2B5EF4-FFF2-40B4-BE49-F238E27FC236}">
                  <a16:creationId xmlns:a16="http://schemas.microsoft.com/office/drawing/2014/main" id="{20064DD5-10F3-5ABC-7FFF-FA48F5DA33AA}"/>
                </a:ext>
              </a:extLst>
            </p:cNvPr>
            <p:cNvSpPr/>
            <p:nvPr/>
          </p:nvSpPr>
          <p:spPr>
            <a:xfrm>
              <a:off x="7054337" y="2477374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/>
              <a:r>
                <a: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13</a:t>
              </a:r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25444582-B781-ABE7-B6A1-293354F04001}"/>
              </a:ext>
            </a:extLst>
          </p:cNvPr>
          <p:cNvSpPr txBox="1"/>
          <p:nvPr/>
        </p:nvSpPr>
        <p:spPr>
          <a:xfrm>
            <a:off x="630537" y="3748455"/>
            <a:ext cx="1354262" cy="5504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de-DE" sz="1000">
                <a:solidFill>
                  <a:schemeClr val="tx1">
                    <a:lumMod val="75000"/>
                    <a:lumOff val="25000"/>
                  </a:schemeClr>
                </a:solidFill>
              </a:rPr>
              <a:t>Bis am 08.04.2026 (Deadline: 22.04.2026)</a:t>
            </a:r>
            <a:endParaRPr lang="de-DE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9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C62AFD-6AC6-E520-C09F-EAFF7C15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02" y="349112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 dirty="0">
                <a:solidFill>
                  <a:schemeClr val="bg1"/>
                </a:solidFill>
              </a:rPr>
              <a:t>Nächste Schritte bis zur Disposition</a:t>
            </a:r>
            <a:endParaRPr lang="de-CH" sz="4000" dirty="0">
              <a:solidFill>
                <a:schemeClr val="bg1"/>
              </a:solidFill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2163B1B-6CB3-C374-5318-9B723A4AC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788309"/>
              </p:ext>
            </p:extLst>
          </p:nvPr>
        </p:nvGraphicFramePr>
        <p:xfrm>
          <a:off x="431180" y="1315229"/>
          <a:ext cx="11541513" cy="4903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4F01082C-37A7-318E-DAC1-915FC49390FC}"/>
              </a:ext>
            </a:extLst>
          </p:cNvPr>
          <p:cNvSpPr/>
          <p:nvPr/>
        </p:nvSpPr>
        <p:spPr>
          <a:xfrm>
            <a:off x="1148574" y="4951142"/>
            <a:ext cx="7252011" cy="252762"/>
          </a:xfrm>
          <a:prstGeom prst="rect">
            <a:avLst/>
          </a:prstGeom>
          <a:solidFill>
            <a:srgbClr val="FFDB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>
                <a:solidFill>
                  <a:schemeClr val="tx1"/>
                </a:solidFill>
              </a:rPr>
              <a:t>Der betreuende Dozent und die Auftraggeberschaft genehmigen die Disposition</a:t>
            </a:r>
          </a:p>
        </p:txBody>
      </p:sp>
    </p:spTree>
    <p:extLst>
      <p:ext uri="{BB962C8B-B14F-4D97-AF65-F5344CB8AC3E}">
        <p14:creationId xmlns:p14="http://schemas.microsoft.com/office/powerpoint/2010/main" val="195089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2D8FE6-437B-EB27-CE60-39D27386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701"/>
            <a:ext cx="10515600" cy="1325563"/>
          </a:xfrm>
        </p:spPr>
        <p:txBody>
          <a:bodyPr/>
          <a:lstStyle/>
          <a:p>
            <a:r>
              <a:rPr lang="de-CH" dirty="0"/>
              <a:t>Checkliste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AE19F20-80A6-EC24-0647-17820DE74F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46508"/>
          <a:ext cx="10515600" cy="502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33123">
                  <a:extLst>
                    <a:ext uri="{9D8B030D-6E8A-4147-A177-3AD203B41FA5}">
                      <a16:colId xmlns:a16="http://schemas.microsoft.com/office/drawing/2014/main" val="3364036467"/>
                    </a:ext>
                  </a:extLst>
                </a:gridCol>
                <a:gridCol w="1382477">
                  <a:extLst>
                    <a:ext uri="{9D8B030D-6E8A-4147-A177-3AD203B41FA5}">
                      <a16:colId xmlns:a16="http://schemas.microsoft.com/office/drawing/2014/main" val="577433394"/>
                    </a:ext>
                  </a:extLst>
                </a:gridCol>
              </a:tblGrid>
              <a:tr h="359437">
                <a:tc gridSpan="2">
                  <a:txBody>
                    <a:bodyPr/>
                    <a:lstStyle/>
                    <a:p>
                      <a:endParaRPr lang="de-CH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51781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Ziel der Bachelorarbeit abgestimmt und verstanden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55748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err="1"/>
                        <a:t>Projektscope</a:t>
                      </a:r>
                      <a:r>
                        <a:rPr lang="de-DE" sz="1400" dirty="0"/>
                        <a:t> definiert und freigegeben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253056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Umgang mit vertraulichen Daten definiert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41160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Klassifizierung der Arbeit (vertraulich / öffentlich) besprochen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52894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Termine für Zwischenpräsentation/Schlusspräsentation (provisorisch) festgelegt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025813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Stellvertretungen für zentrale Ansprechpersonen definiert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712694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Relevante Austrittsprozesse festgelegt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276751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Zugriff auf Dokumente anderer Abteilungen geklärt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219951"/>
                  </a:ext>
                </a:extLst>
              </a:tr>
              <a:tr h="509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Vorgehen für Interviewanfragen abgestimmt (inkl. Mail an Abteilungen)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332799"/>
                  </a:ext>
                </a:extLst>
              </a:tr>
            </a:tbl>
          </a:graphicData>
        </a:graphic>
      </p:graphicFrame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DCDA5B44-F2B0-1F5D-8C15-A4FB66108C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184" y="1595750"/>
            <a:ext cx="459949" cy="459949"/>
          </a:xfrm>
          <a:prstGeom prst="rect">
            <a:avLst/>
          </a:prstGeom>
        </p:spPr>
      </p:pic>
      <p:pic>
        <p:nvPicPr>
          <p:cNvPr id="8" name="Grafik 7" descr="Häkchen mit einfarbiger Füllung">
            <a:extLst>
              <a:ext uri="{FF2B5EF4-FFF2-40B4-BE49-F238E27FC236}">
                <a16:creationId xmlns:a16="http://schemas.microsoft.com/office/drawing/2014/main" id="{31E0922A-FD66-E5B3-5896-4C5191E38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350" y="2100698"/>
            <a:ext cx="459949" cy="459949"/>
          </a:xfrm>
          <a:prstGeom prst="rect">
            <a:avLst/>
          </a:prstGeom>
        </p:spPr>
      </p:pic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3D6BAA06-ACFE-702E-358F-688A9F830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350" y="2643770"/>
            <a:ext cx="459949" cy="459949"/>
          </a:xfrm>
          <a:prstGeom prst="rect">
            <a:avLst/>
          </a:prstGeom>
        </p:spPr>
      </p:pic>
      <p:pic>
        <p:nvPicPr>
          <p:cNvPr id="10" name="Grafik 9" descr="Häkchen mit einfarbiger Füllung">
            <a:extLst>
              <a:ext uri="{FF2B5EF4-FFF2-40B4-BE49-F238E27FC236}">
                <a16:creationId xmlns:a16="http://schemas.microsoft.com/office/drawing/2014/main" id="{C773481A-31A8-39AD-4078-275FB20234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184" y="3208911"/>
            <a:ext cx="459949" cy="459949"/>
          </a:xfrm>
          <a:prstGeom prst="rect">
            <a:avLst/>
          </a:prstGeom>
        </p:spPr>
      </p:pic>
      <p:pic>
        <p:nvPicPr>
          <p:cNvPr id="11" name="Grafik 10" descr="Häkchen mit einfarbiger Füllung">
            <a:extLst>
              <a:ext uri="{FF2B5EF4-FFF2-40B4-BE49-F238E27FC236}">
                <a16:creationId xmlns:a16="http://schemas.microsoft.com/office/drawing/2014/main" id="{35E45004-9902-5C63-3DC0-1485D5815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350" y="3701110"/>
            <a:ext cx="459949" cy="459949"/>
          </a:xfrm>
          <a:prstGeom prst="rect">
            <a:avLst/>
          </a:prstGeom>
        </p:spPr>
      </p:pic>
      <p:pic>
        <p:nvPicPr>
          <p:cNvPr id="12" name="Grafik 11" descr="Häkchen mit einfarbiger Füllung">
            <a:extLst>
              <a:ext uri="{FF2B5EF4-FFF2-40B4-BE49-F238E27FC236}">
                <a16:creationId xmlns:a16="http://schemas.microsoft.com/office/drawing/2014/main" id="{17B4D98C-087F-6C4C-B569-8E566CE8D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350" y="4192650"/>
            <a:ext cx="459949" cy="459949"/>
          </a:xfrm>
          <a:prstGeom prst="rect">
            <a:avLst/>
          </a:prstGeom>
        </p:spPr>
      </p:pic>
      <p:pic>
        <p:nvPicPr>
          <p:cNvPr id="13" name="Grafik 12" descr="Häkchen mit einfarbiger Füllung">
            <a:extLst>
              <a:ext uri="{FF2B5EF4-FFF2-40B4-BE49-F238E27FC236}">
                <a16:creationId xmlns:a16="http://schemas.microsoft.com/office/drawing/2014/main" id="{FAF445A3-2C3F-B18E-D834-2CA0DFCB2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7164" y="4742309"/>
            <a:ext cx="459949" cy="459949"/>
          </a:xfrm>
          <a:prstGeom prst="rect">
            <a:avLst/>
          </a:prstGeom>
        </p:spPr>
      </p:pic>
      <p:pic>
        <p:nvPicPr>
          <p:cNvPr id="14" name="Grafik 13" descr="Häkchen mit einfarbiger Füllung">
            <a:extLst>
              <a:ext uri="{FF2B5EF4-FFF2-40B4-BE49-F238E27FC236}">
                <a16:creationId xmlns:a16="http://schemas.microsoft.com/office/drawing/2014/main" id="{4EF2C4F9-B47E-BB3E-6A22-D96C2088E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350" y="5279033"/>
            <a:ext cx="459949" cy="459949"/>
          </a:xfrm>
          <a:prstGeom prst="rect">
            <a:avLst/>
          </a:prstGeom>
        </p:spPr>
      </p:pic>
      <p:pic>
        <p:nvPicPr>
          <p:cNvPr id="15" name="Grafik 14" descr="Häkchen mit einfarbiger Füllung">
            <a:extLst>
              <a:ext uri="{FF2B5EF4-FFF2-40B4-BE49-F238E27FC236}">
                <a16:creationId xmlns:a16="http://schemas.microsoft.com/office/drawing/2014/main" id="{0F500B17-6DDC-FE72-3245-78957B7CB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5272" y="5795272"/>
            <a:ext cx="459949" cy="4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47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4" name="Rectangle 1044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035857-1909-25A0-2027-8AD336338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4023" y="2577733"/>
            <a:ext cx="4614479" cy="2993721"/>
          </a:xfrm>
        </p:spPr>
        <p:txBody>
          <a:bodyPr anchor="t">
            <a:noAutofit/>
          </a:bodyPr>
          <a:lstStyle/>
          <a:p>
            <a:pPr algn="l"/>
            <a:r>
              <a:rPr lang="de-DE" sz="4800"/>
              <a:t>Ich freue mich auf die Zusammenarbeit!</a:t>
            </a:r>
            <a:endParaRPr lang="de-CH" sz="4800"/>
          </a:p>
        </p:txBody>
      </p:sp>
      <p:sp>
        <p:nvSpPr>
          <p:cNvPr id="1075" name="Rectangle 104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Rectangle 104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iley Face Cute Simple Smiling Happy Face Art Print By, 51% OFF">
            <a:extLst>
              <a:ext uri="{FF2B5EF4-FFF2-40B4-BE49-F238E27FC236}">
                <a16:creationId xmlns:a16="http://schemas.microsoft.com/office/drawing/2014/main" id="{331B25AE-14EB-0D9F-5CEF-5BADBA809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9278" y="1286546"/>
            <a:ext cx="4284908" cy="428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7" name="Group 105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Rectangle 105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366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0FF80F-8E4C-4259-8C93-16D5B344FECF}">
  <we:reference id="wa200010001" version="1.0.0.1" store="de-DE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660</Words>
  <Application>Microsoft Office PowerPoint</Application>
  <PresentationFormat>Breitbild</PresentationFormat>
  <Paragraphs>217</Paragraphs>
  <Slides>18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</vt:lpstr>
      <vt:lpstr>Bachelor Thesis 2026 Digitalisierung Austrittsprozess Kick-off-Meeting</vt:lpstr>
      <vt:lpstr>Vorstellungsrunde</vt:lpstr>
      <vt:lpstr>Ausgangslage und Problemstellung</vt:lpstr>
      <vt:lpstr>HR neu organisiert</vt:lpstr>
      <vt:lpstr>Operative Organisation HR</vt:lpstr>
      <vt:lpstr>Digitalisierung der HR Services</vt:lpstr>
      <vt:lpstr>Übersicht Kundenzugänge Operatives HR</vt:lpstr>
      <vt:lpstr>Aktuelle Situation</vt:lpstr>
      <vt:lpstr>Zielsetzung der Arbeit</vt:lpstr>
      <vt:lpstr>Projektumfang</vt:lpstr>
      <vt:lpstr>Projektplan</vt:lpstr>
      <vt:lpstr>Projektplan</vt:lpstr>
      <vt:lpstr>Rollen und Zusammenarbeit</vt:lpstr>
      <vt:lpstr>Phase 1: Projektinitialisierung</vt:lpstr>
      <vt:lpstr>Ausblick</vt:lpstr>
      <vt:lpstr>Nächste Schritte bis zur Disposition</vt:lpstr>
      <vt:lpstr>Checkliste</vt:lpstr>
      <vt:lpstr>Ich freue mich auf die Zusammenarbeit!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Thesis 2026 Digitalisierung Austrittsprozess Kick-off-Meeting</dc:title>
  <dc:creator>Kapischan Sriganthan</dc:creator>
  <cp:lastModifiedBy>Kapischan Sriganthan</cp:lastModifiedBy>
  <cp:revision>57</cp:revision>
  <cp:lastPrinted>2026-03-17T22:28:21Z</cp:lastPrinted>
  <dcterms:created xsi:type="dcterms:W3CDTF">2026-02-27T16:49:05Z</dcterms:created>
  <dcterms:modified xsi:type="dcterms:W3CDTF">2026-03-31T21:18:49Z</dcterms:modified>
</cp:coreProperties>
</file>